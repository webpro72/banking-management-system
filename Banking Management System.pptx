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8"/>
  </p:notesMasterIdLst>
  <p:sldIdLst>
    <p:sldId id="272" r:id="rId4"/>
    <p:sldId id="274" r:id="rId5"/>
    <p:sldId id="281" r:id="rId6"/>
    <p:sldId id="276" r:id="rId7"/>
    <p:sldId id="283" r:id="rId9"/>
    <p:sldId id="277" r:id="rId10"/>
    <p:sldId id="280" r:id="rId11"/>
    <p:sldId id="284" r:id="rId12"/>
    <p:sldId id="286" r:id="rId13"/>
    <p:sldId id="287" r:id="rId14"/>
    <p:sldId id="289" r:id="rId15"/>
    <p:sldId id="290" r:id="rId16"/>
    <p:sldId id="296" r:id="rId17"/>
    <p:sldId id="298" r:id="rId18"/>
    <p:sldId id="300" r:id="rId19"/>
    <p:sldId id="303" r:id="rId20"/>
    <p:sldId id="304" r:id="rId21"/>
    <p:sldId id="301" r:id="rId22"/>
    <p:sldId id="30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6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5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image" Target="../media/image1.png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tags" Target="../tags/tag59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2" Type="http://schemas.openxmlformats.org/officeDocument/2006/relationships/tags" Target="../tags/tag142.xml"/><Relationship Id="rId31" Type="http://schemas.openxmlformats.org/officeDocument/2006/relationships/tags" Target="../tags/tag141.xml"/><Relationship Id="rId30" Type="http://schemas.openxmlformats.org/officeDocument/2006/relationships/tags" Target="../tags/tag140.xml"/><Relationship Id="rId3" Type="http://schemas.openxmlformats.org/officeDocument/2006/relationships/tags" Target="../tags/tag114.xml"/><Relationship Id="rId29" Type="http://schemas.openxmlformats.org/officeDocument/2006/relationships/tags" Target="../tags/tag139.xml"/><Relationship Id="rId28" Type="http://schemas.openxmlformats.org/officeDocument/2006/relationships/tags" Target="../tags/tag138.xml"/><Relationship Id="rId27" Type="http://schemas.openxmlformats.org/officeDocument/2006/relationships/tags" Target="../tags/tag137.xml"/><Relationship Id="rId26" Type="http://schemas.openxmlformats.org/officeDocument/2006/relationships/tags" Target="../tags/tag136.xml"/><Relationship Id="rId25" Type="http://schemas.openxmlformats.org/officeDocument/2006/relationships/tags" Target="../tags/tag135.xml"/><Relationship Id="rId24" Type="http://schemas.openxmlformats.org/officeDocument/2006/relationships/tags" Target="../tags/tag134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3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image" Target="../media/image1.png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2"/>
            </p:custDataLst>
          </p:nvPr>
        </p:nvSpPr>
        <p:spPr>
          <a:xfrm>
            <a:off x="0" y="343"/>
            <a:ext cx="1219199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等腰三角形 4"/>
          <p:cNvSpPr/>
          <p:nvPr userDrawn="1">
            <p:custDataLst>
              <p:tags r:id="rId3"/>
            </p:custDataLst>
          </p:nvPr>
        </p:nvSpPr>
        <p:spPr>
          <a:xfrm rot="17999979">
            <a:off x="7297552" y="2000236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4"/>
            </p:custDataLst>
          </p:nvPr>
        </p:nvSpPr>
        <p:spPr>
          <a:xfrm>
            <a:off x="5235827" y="0"/>
            <a:ext cx="7003632" cy="68580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5"/>
            </p:custDataLst>
          </p:nvPr>
        </p:nvSpPr>
        <p:spPr>
          <a:xfrm>
            <a:off x="3726193" y="231742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3726194" y="2327130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7"/>
            </p:custDataLst>
          </p:nvPr>
        </p:nvSpPr>
        <p:spPr>
          <a:xfrm>
            <a:off x="0" y="343"/>
            <a:ext cx="6168018" cy="3770132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8"/>
            </p:custDataLst>
          </p:nvPr>
        </p:nvSpPr>
        <p:spPr>
          <a:xfrm>
            <a:off x="3473492" y="344"/>
            <a:ext cx="4936640" cy="1851395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9"/>
            </p:custDataLst>
          </p:nvPr>
        </p:nvSpPr>
        <p:spPr>
          <a:xfrm>
            <a:off x="0" y="3960353"/>
            <a:ext cx="3859222" cy="2880714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10"/>
            </p:custDataLst>
          </p:nvPr>
        </p:nvSpPr>
        <p:spPr>
          <a:xfrm>
            <a:off x="2604916" y="2751699"/>
            <a:ext cx="2844078" cy="1021483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11"/>
            </p:custDataLst>
          </p:nvPr>
        </p:nvSpPr>
        <p:spPr>
          <a:xfrm>
            <a:off x="5335307" y="-24505"/>
            <a:ext cx="3132400" cy="1858965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8" name="图片 3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084" y="1571980"/>
            <a:ext cx="1535822" cy="1510300"/>
          </a:xfrm>
          <a:prstGeom prst="rect">
            <a:avLst/>
          </a:prstGeom>
        </p:spPr>
      </p:pic>
      <p:sp>
        <p:nvSpPr>
          <p:cNvPr id="41" name="任意多边形: 形状 40"/>
          <p:cNvSpPr/>
          <p:nvPr userDrawn="1">
            <p:custDataLst>
              <p:tags r:id="rId14"/>
            </p:custDataLst>
          </p:nvPr>
        </p:nvSpPr>
        <p:spPr>
          <a:xfrm>
            <a:off x="7272596" y="2257514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15"/>
            </p:custDataLst>
          </p:nvPr>
        </p:nvSpPr>
        <p:spPr>
          <a:xfrm>
            <a:off x="8539036" y="2258278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6"/>
            </p:custDataLst>
          </p:nvPr>
        </p:nvSpPr>
        <p:spPr>
          <a:xfrm>
            <a:off x="7272596" y="1512250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7"/>
            </p:custDataLst>
          </p:nvPr>
        </p:nvSpPr>
        <p:spPr>
          <a:xfrm>
            <a:off x="7528899" y="2414794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18"/>
            </p:custDataLst>
          </p:nvPr>
        </p:nvSpPr>
        <p:spPr>
          <a:xfrm flipH="1">
            <a:off x="8531056" y="2425220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9"/>
            </p:custDataLst>
          </p:nvPr>
        </p:nvSpPr>
        <p:spPr>
          <a:xfrm>
            <a:off x="7269249" y="2245992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20"/>
            </p:custDataLst>
          </p:nvPr>
        </p:nvSpPr>
        <p:spPr>
          <a:xfrm>
            <a:off x="8539036" y="2263687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21"/>
            </p:custDataLst>
          </p:nvPr>
        </p:nvSpPr>
        <p:spPr>
          <a:xfrm>
            <a:off x="7272596" y="1520888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2"/>
            </p:custDataLst>
          </p:nvPr>
        </p:nvSpPr>
        <p:spPr>
          <a:xfrm>
            <a:off x="8882635" y="4208351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3"/>
            </p:custDataLst>
          </p:nvPr>
        </p:nvSpPr>
        <p:spPr>
          <a:xfrm>
            <a:off x="8872161" y="2264495"/>
            <a:ext cx="3319840" cy="33872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4"/>
            </p:custDataLst>
          </p:nvPr>
        </p:nvSpPr>
        <p:spPr>
          <a:xfrm>
            <a:off x="9845455" y="4771699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5"/>
            </p:custDataLst>
          </p:nvPr>
        </p:nvSpPr>
        <p:spPr>
          <a:xfrm>
            <a:off x="3729539" y="234406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26"/>
            </p:custDataLst>
          </p:nvPr>
        </p:nvSpPr>
        <p:spPr>
          <a:xfrm>
            <a:off x="1677353" y="4608834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27"/>
            </p:custDataLst>
          </p:nvPr>
        </p:nvSpPr>
        <p:spPr>
          <a:xfrm>
            <a:off x="6503308" y="6034089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8"/>
            </p:custDataLst>
          </p:nvPr>
        </p:nvSpPr>
        <p:spPr>
          <a:xfrm>
            <a:off x="838200" y="1761490"/>
            <a:ext cx="6982460" cy="2458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9" name="日期占位符 8"/>
          <p:cNvSpPr>
            <a:spLocks noGrp="1"/>
          </p:cNvSpPr>
          <p:nvPr userDrawn="1">
            <p:ph type="dt" sz="half" idx="18"/>
            <p:custDataLst>
              <p:tags r:id="rId2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 userDrawn="1">
            <p:ph type="ftr" sz="quarter" idx="19"/>
            <p:custDataLst>
              <p:tags r:id="rId3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 userDrawn="1">
            <p:ph type="sldNum" sz="quarter" idx="20"/>
            <p:custDataLst>
              <p:tags r:id="rId3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33" name="署名占位符 10"/>
          <p:cNvSpPr>
            <a:spLocks noGrp="1"/>
          </p:cNvSpPr>
          <p:nvPr>
            <p:ph type="body" sz="quarter" idx="21" hasCustomPrompt="1"/>
            <p:custDataLst>
              <p:tags r:id="rId32"/>
            </p:custDataLst>
          </p:nvPr>
        </p:nvSpPr>
        <p:spPr>
          <a:xfrm>
            <a:off x="755332" y="4617720"/>
            <a:ext cx="2254568" cy="5077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9000">
                <a:srgbClr val="0D0D0D"/>
              </a:gs>
              <a:gs pos="10000">
                <a:srgbClr val="40404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3"/>
            </p:custDataLst>
          </p:nvPr>
        </p:nvSpPr>
        <p:spPr>
          <a:xfrm rot="3600021" flipH="1">
            <a:off x="4022725" y="1999615"/>
            <a:ext cx="929640" cy="107315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36"/>
          <p:cNvSpPr/>
          <p:nvPr userDrawn="1">
            <p:custDataLst>
              <p:tags r:id="rId4"/>
            </p:custDataLst>
          </p:nvPr>
        </p:nvSpPr>
        <p:spPr>
          <a:xfrm flipH="1">
            <a:off x="3710940" y="2257425"/>
            <a:ext cx="1266190" cy="459486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37"/>
          <p:cNvSpPr/>
          <p:nvPr userDrawn="1">
            <p:custDataLst>
              <p:tags r:id="rId5"/>
            </p:custDataLst>
          </p:nvPr>
        </p:nvSpPr>
        <p:spPr>
          <a:xfrm flipH="1">
            <a:off x="2446020" y="2258060"/>
            <a:ext cx="1264920" cy="459422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6"/>
            </p:custDataLst>
          </p:nvPr>
        </p:nvSpPr>
        <p:spPr>
          <a:xfrm flipH="1">
            <a:off x="2454275" y="1511935"/>
            <a:ext cx="2522855" cy="1492250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任意多边形: 形状 39"/>
          <p:cNvSpPr/>
          <p:nvPr userDrawn="1">
            <p:custDataLst>
              <p:tags r:id="rId7"/>
            </p:custDataLst>
          </p:nvPr>
        </p:nvSpPr>
        <p:spPr>
          <a:xfrm flipH="1">
            <a:off x="3717290" y="2414270"/>
            <a:ext cx="1003935" cy="279400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任意多边形: 形状 40"/>
          <p:cNvSpPr/>
          <p:nvPr userDrawn="1">
            <p:custDataLst>
              <p:tags r:id="rId8"/>
            </p:custDataLst>
          </p:nvPr>
        </p:nvSpPr>
        <p:spPr>
          <a:xfrm>
            <a:off x="2719070" y="2425065"/>
            <a:ext cx="999490" cy="57848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41"/>
          <p:cNvSpPr/>
          <p:nvPr userDrawn="1">
            <p:custDataLst>
              <p:tags r:id="rId9"/>
            </p:custDataLst>
          </p:nvPr>
        </p:nvSpPr>
        <p:spPr>
          <a:xfrm flipH="1">
            <a:off x="3710940" y="2245360"/>
            <a:ext cx="1270000" cy="460629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42"/>
          <p:cNvSpPr/>
          <p:nvPr userDrawn="1">
            <p:custDataLst>
              <p:tags r:id="rId10"/>
            </p:custDataLst>
          </p:nvPr>
        </p:nvSpPr>
        <p:spPr>
          <a:xfrm flipH="1">
            <a:off x="2446020" y="2263140"/>
            <a:ext cx="1264920" cy="459422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1"/>
            </p:custDataLst>
          </p:nvPr>
        </p:nvSpPr>
        <p:spPr>
          <a:xfrm flipH="1">
            <a:off x="2454275" y="1520825"/>
            <a:ext cx="2522855" cy="1492250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12"/>
            </p:custDataLst>
          </p:nvPr>
        </p:nvSpPr>
        <p:spPr>
          <a:xfrm flipH="1">
            <a:off x="925830" y="4208145"/>
            <a:ext cx="2441575" cy="2632710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13"/>
            </p:custDataLst>
          </p:nvPr>
        </p:nvSpPr>
        <p:spPr>
          <a:xfrm flipH="1">
            <a:off x="10160" y="2236470"/>
            <a:ext cx="3367405" cy="3415030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094" h="2491894">
                <a:moveTo>
                  <a:pt x="2457094" y="0"/>
                </a:moveTo>
                <a:lnTo>
                  <a:pt x="2457094" y="2093871"/>
                </a:lnTo>
                <a:lnTo>
                  <a:pt x="1786328" y="2491895"/>
                </a:lnTo>
                <a:lnTo>
                  <a:pt x="0" y="1438695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4"/>
            </p:custDataLst>
          </p:nvPr>
        </p:nvSpPr>
        <p:spPr>
          <a:xfrm flipH="1">
            <a:off x="0" y="4771390"/>
            <a:ext cx="2404745" cy="875030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15"/>
            </p:custDataLst>
          </p:nvPr>
        </p:nvSpPr>
        <p:spPr>
          <a:xfrm flipH="1">
            <a:off x="4351020" y="4608195"/>
            <a:ext cx="6221730" cy="2232025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16"/>
            </p:custDataLst>
          </p:nvPr>
        </p:nvSpPr>
        <p:spPr>
          <a:xfrm flipH="1">
            <a:off x="4351020" y="6033770"/>
            <a:ext cx="1395730" cy="823595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7"/>
            </p:custDataLst>
          </p:nvPr>
        </p:nvSpPr>
        <p:spPr>
          <a:xfrm>
            <a:off x="6096000" y="1818936"/>
            <a:ext cx="5512904" cy="108108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defRPr sz="72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 userDrawn="1">
            <p:ph type="dt" sz="half" idx="10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 userDrawn="1">
            <p:ph type="ftr" sz="quarter" idx="11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 userDrawn="1">
            <p:ph type="sldNum" sz="quarter" idx="12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5650" cy="6858000"/>
          </a:xfrm>
          <a:prstGeom prst="rect">
            <a:avLst/>
          </a:prstGeom>
          <a:gradFill>
            <a:gsLst>
              <a:gs pos="39000">
                <a:srgbClr val="0D0D0D"/>
              </a:gs>
              <a:gs pos="10000">
                <a:srgbClr val="40404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等腰三角形 26"/>
          <p:cNvSpPr/>
          <p:nvPr userDrawn="1">
            <p:custDataLst>
              <p:tags r:id="rId3"/>
            </p:custDataLst>
          </p:nvPr>
        </p:nvSpPr>
        <p:spPr>
          <a:xfrm rot="17999979">
            <a:off x="7233269" y="1999893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4"/>
            </p:custDataLst>
          </p:nvPr>
        </p:nvSpPr>
        <p:spPr>
          <a:xfrm>
            <a:off x="7208313" y="2257171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5"/>
            </p:custDataLst>
          </p:nvPr>
        </p:nvSpPr>
        <p:spPr>
          <a:xfrm>
            <a:off x="8474753" y="2257935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6"/>
            </p:custDataLst>
          </p:nvPr>
        </p:nvSpPr>
        <p:spPr>
          <a:xfrm>
            <a:off x="7208313" y="1511907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7"/>
            </p:custDataLst>
          </p:nvPr>
        </p:nvSpPr>
        <p:spPr>
          <a:xfrm>
            <a:off x="7464616" y="2414451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8"/>
            </p:custDataLst>
          </p:nvPr>
        </p:nvSpPr>
        <p:spPr>
          <a:xfrm flipH="1">
            <a:off x="8466773" y="2424877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9"/>
            </p:custDataLst>
          </p:nvPr>
        </p:nvSpPr>
        <p:spPr>
          <a:xfrm>
            <a:off x="7204966" y="2245649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0"/>
            </p:custDataLst>
          </p:nvPr>
        </p:nvSpPr>
        <p:spPr>
          <a:xfrm>
            <a:off x="8474753" y="2263344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1"/>
            </p:custDataLst>
          </p:nvPr>
        </p:nvSpPr>
        <p:spPr>
          <a:xfrm>
            <a:off x="7208313" y="1520545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12"/>
            </p:custDataLst>
          </p:nvPr>
        </p:nvSpPr>
        <p:spPr>
          <a:xfrm>
            <a:off x="8818352" y="4208008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13"/>
            </p:custDataLst>
          </p:nvPr>
        </p:nvSpPr>
        <p:spPr>
          <a:xfrm>
            <a:off x="8807878" y="2236364"/>
            <a:ext cx="3367298" cy="3414989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094" h="2491894">
                <a:moveTo>
                  <a:pt x="2457094" y="0"/>
                </a:moveTo>
                <a:lnTo>
                  <a:pt x="2457094" y="2093871"/>
                </a:lnTo>
                <a:lnTo>
                  <a:pt x="1786328" y="2491895"/>
                </a:lnTo>
                <a:lnTo>
                  <a:pt x="0" y="1438695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4"/>
            </p:custDataLst>
          </p:nvPr>
        </p:nvSpPr>
        <p:spPr>
          <a:xfrm>
            <a:off x="9781172" y="4771356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15"/>
            </p:custDataLst>
          </p:nvPr>
        </p:nvSpPr>
        <p:spPr>
          <a:xfrm>
            <a:off x="1613070" y="4608491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16"/>
            </p:custDataLst>
          </p:nvPr>
        </p:nvSpPr>
        <p:spPr>
          <a:xfrm>
            <a:off x="6439025" y="6033746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835800" y="3148536"/>
            <a:ext cx="6477000" cy="1676364"/>
          </a:xfrm>
          <a:prstGeom prst="rect">
            <a:avLst/>
          </a:prstGeom>
        </p:spPr>
        <p:txBody>
          <a:bodyPr anchor="t" anchorCtr="0"/>
          <a:lstStyle>
            <a:lvl1pPr algn="l"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835800" y="547607"/>
            <a:ext cx="6477000" cy="2244193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 marL="0" indent="0" algn="l">
              <a:buNone/>
              <a:defRPr sz="8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25" name="任意多边形: 形状 24"/>
          <p:cNvSpPr/>
          <p:nvPr userDrawn="1">
            <p:custDataLst>
              <p:tags r:id="rId22"/>
            </p:custDataLst>
          </p:nvPr>
        </p:nvSpPr>
        <p:spPr>
          <a:xfrm>
            <a:off x="10233341" y="6441833"/>
            <a:ext cx="707320" cy="416167"/>
          </a:xfrm>
          <a:custGeom>
            <a:avLst/>
            <a:gdLst>
              <a:gd name="connsiteX0" fmla="*/ 0 w 707320"/>
              <a:gd name="connsiteY0" fmla="*/ 0 h 416167"/>
              <a:gd name="connsiteX1" fmla="*/ 707320 w 707320"/>
              <a:gd name="connsiteY1" fmla="*/ 416167 h 416167"/>
              <a:gd name="connsiteX2" fmla="*/ 0 w 707320"/>
              <a:gd name="connsiteY2" fmla="*/ 416167 h 41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7320" h="416167">
                <a:moveTo>
                  <a:pt x="0" y="0"/>
                </a:moveTo>
                <a:lnTo>
                  <a:pt x="707320" y="416167"/>
                </a:lnTo>
                <a:lnTo>
                  <a:pt x="0" y="416167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40000"/>
                  <a:lumOff val="60000"/>
                </a:schemeClr>
              </a:gs>
              <a:gs pos="5000">
                <a:schemeClr val="accent3">
                  <a:lumMod val="75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23"/>
            </p:custDataLst>
          </p:nvPr>
        </p:nvSpPr>
        <p:spPr>
          <a:xfrm>
            <a:off x="11881016" y="6677532"/>
            <a:ext cx="304634" cy="180468"/>
          </a:xfrm>
          <a:custGeom>
            <a:avLst/>
            <a:gdLst>
              <a:gd name="connsiteX0" fmla="*/ 304634 w 304634"/>
              <a:gd name="connsiteY0" fmla="*/ 0 h 180468"/>
              <a:gd name="connsiteX1" fmla="*/ 304634 w 304634"/>
              <a:gd name="connsiteY1" fmla="*/ 180468 h 180468"/>
              <a:gd name="connsiteX2" fmla="*/ 0 w 304634"/>
              <a:gd name="connsiteY2" fmla="*/ 180468 h 180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634" h="180468">
                <a:moveTo>
                  <a:pt x="304634" y="0"/>
                </a:moveTo>
                <a:lnTo>
                  <a:pt x="304634" y="180468"/>
                </a:lnTo>
                <a:lnTo>
                  <a:pt x="0" y="180468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24"/>
            </p:custDataLst>
          </p:nvPr>
        </p:nvSpPr>
        <p:spPr>
          <a:xfrm>
            <a:off x="10229228" y="5746750"/>
            <a:ext cx="1956422" cy="1111250"/>
          </a:xfrm>
          <a:custGeom>
            <a:avLst/>
            <a:gdLst>
              <a:gd name="connsiteX0" fmla="*/ 1170257 w 1956422"/>
              <a:gd name="connsiteY0" fmla="*/ 0 h 1111250"/>
              <a:gd name="connsiteX1" fmla="*/ 1956422 w 1956422"/>
              <a:gd name="connsiteY1" fmla="*/ 462460 h 1111250"/>
              <a:gd name="connsiteX2" fmla="*/ 1956422 w 1956422"/>
              <a:gd name="connsiteY2" fmla="*/ 932502 h 1111250"/>
              <a:gd name="connsiteX3" fmla="*/ 1656883 w 1956422"/>
              <a:gd name="connsiteY3" fmla="*/ 1111250 h 1111250"/>
              <a:gd name="connsiteX4" fmla="*/ 709297 w 1956422"/>
              <a:gd name="connsiteY4" fmla="*/ 1111250 h 1111250"/>
              <a:gd name="connsiteX5" fmla="*/ 0 w 1956422"/>
              <a:gd name="connsiteY5" fmla="*/ 695084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6422" h="1111250">
                <a:moveTo>
                  <a:pt x="1170257" y="0"/>
                </a:moveTo>
                <a:lnTo>
                  <a:pt x="1956422" y="462460"/>
                </a:lnTo>
                <a:lnTo>
                  <a:pt x="1956422" y="932502"/>
                </a:lnTo>
                <a:lnTo>
                  <a:pt x="1656883" y="1111250"/>
                </a:lnTo>
                <a:lnTo>
                  <a:pt x="709297" y="1111250"/>
                </a:lnTo>
                <a:lnTo>
                  <a:pt x="0" y="695084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10229228" y="5754806"/>
            <a:ext cx="1962772" cy="1103194"/>
          </a:xfrm>
          <a:custGeom>
            <a:avLst/>
            <a:gdLst>
              <a:gd name="connsiteX0" fmla="*/ 1170257 w 1962772"/>
              <a:gd name="connsiteY0" fmla="*/ 0 h 1103194"/>
              <a:gd name="connsiteX1" fmla="*/ 1962772 w 1962772"/>
              <a:gd name="connsiteY1" fmla="*/ 466195 h 1103194"/>
              <a:gd name="connsiteX2" fmla="*/ 1962772 w 1962772"/>
              <a:gd name="connsiteY2" fmla="*/ 928713 h 1103194"/>
              <a:gd name="connsiteX3" fmla="*/ 1670383 w 1962772"/>
              <a:gd name="connsiteY3" fmla="*/ 1103194 h 1103194"/>
              <a:gd name="connsiteX4" fmla="*/ 695567 w 1962772"/>
              <a:gd name="connsiteY4" fmla="*/ 1103194 h 1103194"/>
              <a:gd name="connsiteX5" fmla="*/ 0 w 1962772"/>
              <a:gd name="connsiteY5" fmla="*/ 695084 h 1103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2772" h="1103194">
                <a:moveTo>
                  <a:pt x="1170257" y="0"/>
                </a:moveTo>
                <a:lnTo>
                  <a:pt x="1962772" y="466195"/>
                </a:lnTo>
                <a:lnTo>
                  <a:pt x="1962772" y="928713"/>
                </a:lnTo>
                <a:lnTo>
                  <a:pt x="1670383" y="1103194"/>
                </a:lnTo>
                <a:lnTo>
                  <a:pt x="695567" y="1103194"/>
                </a:lnTo>
                <a:lnTo>
                  <a:pt x="0" y="69508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960" y="360000"/>
            <a:ext cx="1080008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960" y="360000"/>
            <a:ext cx="10799088" cy="864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2"/>
            </p:custDataLst>
          </p:nvPr>
        </p:nvSpPr>
        <p:spPr>
          <a:xfrm>
            <a:off x="0" y="343"/>
            <a:ext cx="1219199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等腰三角形 33"/>
          <p:cNvSpPr/>
          <p:nvPr userDrawn="1">
            <p:custDataLst>
              <p:tags r:id="rId3"/>
            </p:custDataLst>
          </p:nvPr>
        </p:nvSpPr>
        <p:spPr>
          <a:xfrm rot="17999979">
            <a:off x="7297552" y="2000236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4"/>
            </p:custDataLst>
          </p:nvPr>
        </p:nvSpPr>
        <p:spPr>
          <a:xfrm>
            <a:off x="5235827" y="0"/>
            <a:ext cx="7003632" cy="68580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5"/>
            </p:custDataLst>
          </p:nvPr>
        </p:nvSpPr>
        <p:spPr>
          <a:xfrm>
            <a:off x="3726193" y="231742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6"/>
            </p:custDataLst>
          </p:nvPr>
        </p:nvSpPr>
        <p:spPr>
          <a:xfrm>
            <a:off x="3726194" y="2327130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7"/>
            </p:custDataLst>
          </p:nvPr>
        </p:nvSpPr>
        <p:spPr>
          <a:xfrm>
            <a:off x="0" y="343"/>
            <a:ext cx="6168018" cy="3770132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8"/>
            </p:custDataLst>
          </p:nvPr>
        </p:nvSpPr>
        <p:spPr>
          <a:xfrm>
            <a:off x="3473492" y="344"/>
            <a:ext cx="4936640" cy="1851395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9"/>
            </p:custDataLst>
          </p:nvPr>
        </p:nvSpPr>
        <p:spPr>
          <a:xfrm>
            <a:off x="0" y="3960353"/>
            <a:ext cx="3859222" cy="2880714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0"/>
            </p:custDataLst>
          </p:nvPr>
        </p:nvSpPr>
        <p:spPr>
          <a:xfrm>
            <a:off x="2604916" y="2751699"/>
            <a:ext cx="2844078" cy="1021483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11"/>
            </p:custDataLst>
          </p:nvPr>
        </p:nvSpPr>
        <p:spPr>
          <a:xfrm>
            <a:off x="5335307" y="-24505"/>
            <a:ext cx="3132400" cy="1858965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7" name="图片 66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084" y="1571980"/>
            <a:ext cx="1535822" cy="1510300"/>
          </a:xfrm>
          <a:prstGeom prst="rect">
            <a:avLst/>
          </a:prstGeom>
        </p:spPr>
      </p:pic>
      <p:sp>
        <p:nvSpPr>
          <p:cNvPr id="68" name="任意多边形: 形状 67"/>
          <p:cNvSpPr/>
          <p:nvPr userDrawn="1">
            <p:custDataLst>
              <p:tags r:id="rId14"/>
            </p:custDataLst>
          </p:nvPr>
        </p:nvSpPr>
        <p:spPr>
          <a:xfrm>
            <a:off x="7272596" y="2257514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15"/>
            </p:custDataLst>
          </p:nvPr>
        </p:nvSpPr>
        <p:spPr>
          <a:xfrm>
            <a:off x="8539036" y="2258278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6"/>
            </p:custDataLst>
          </p:nvPr>
        </p:nvSpPr>
        <p:spPr>
          <a:xfrm>
            <a:off x="7272596" y="1512250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17"/>
            </p:custDataLst>
          </p:nvPr>
        </p:nvSpPr>
        <p:spPr>
          <a:xfrm>
            <a:off x="7528899" y="2414794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8"/>
            </p:custDataLst>
          </p:nvPr>
        </p:nvSpPr>
        <p:spPr>
          <a:xfrm flipH="1">
            <a:off x="8531056" y="2425220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9"/>
            </p:custDataLst>
          </p:nvPr>
        </p:nvSpPr>
        <p:spPr>
          <a:xfrm>
            <a:off x="7269249" y="2245992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20"/>
            </p:custDataLst>
          </p:nvPr>
        </p:nvSpPr>
        <p:spPr>
          <a:xfrm>
            <a:off x="8539036" y="2263687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21"/>
            </p:custDataLst>
          </p:nvPr>
        </p:nvSpPr>
        <p:spPr>
          <a:xfrm>
            <a:off x="7272596" y="1520888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2"/>
            </p:custDataLst>
          </p:nvPr>
        </p:nvSpPr>
        <p:spPr>
          <a:xfrm>
            <a:off x="8882635" y="4208351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23"/>
            </p:custDataLst>
          </p:nvPr>
        </p:nvSpPr>
        <p:spPr>
          <a:xfrm>
            <a:off x="8872161" y="2264495"/>
            <a:ext cx="3319840" cy="33872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24"/>
            </p:custDataLst>
          </p:nvPr>
        </p:nvSpPr>
        <p:spPr>
          <a:xfrm>
            <a:off x="9845455" y="4771699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25"/>
            </p:custDataLst>
          </p:nvPr>
        </p:nvSpPr>
        <p:spPr>
          <a:xfrm>
            <a:off x="3729539" y="234406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 userDrawn="1">
            <p:custDataLst>
              <p:tags r:id="rId26"/>
            </p:custDataLst>
          </p:nvPr>
        </p:nvSpPr>
        <p:spPr>
          <a:xfrm>
            <a:off x="1677353" y="4608834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 userDrawn="1">
            <p:custDataLst>
              <p:tags r:id="rId27"/>
            </p:custDataLst>
          </p:nvPr>
        </p:nvSpPr>
        <p:spPr>
          <a:xfrm>
            <a:off x="6503308" y="6034089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8"/>
            <p:custDataLst>
              <p:tags r:id="rId2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9"/>
            <p:custDataLst>
              <p:tags r:id="rId2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20"/>
            <p:custDataLst>
              <p:tags r:id="rId3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37" name="署名占位符 10"/>
          <p:cNvSpPr>
            <a:spLocks noGrp="1"/>
          </p:cNvSpPr>
          <p:nvPr>
            <p:ph type="body" sz="quarter" idx="21" hasCustomPrompt="1"/>
            <p:custDataLst>
              <p:tags r:id="rId31"/>
            </p:custDataLst>
          </p:nvPr>
        </p:nvSpPr>
        <p:spPr>
          <a:xfrm>
            <a:off x="755332" y="4617720"/>
            <a:ext cx="2254568" cy="5077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8" name="标题 1"/>
          <p:cNvSpPr>
            <a:spLocks noGrp="1"/>
          </p:cNvSpPr>
          <p:nvPr>
            <p:ph type="ctrTitle" hasCustomPrompt="1"/>
            <p:custDataLst>
              <p:tags r:id="rId32"/>
            </p:custDataLst>
          </p:nvPr>
        </p:nvSpPr>
        <p:spPr>
          <a:xfrm>
            <a:off x="838200" y="1760400"/>
            <a:ext cx="6120000" cy="2458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5000">
                <a:srgbClr val="0D0D0D"/>
              </a:gs>
              <a:gs pos="100000">
                <a:schemeClr val="accent1">
                  <a:lumMod val="5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rgbClr val="FFFFFF"/>
              </a:gs>
              <a:gs pos="100000">
                <a:schemeClr val="accent1"/>
              </a:gs>
            </a:gsLst>
            <a:lin ang="4800000" scaled="0"/>
          </a:gra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image" Target="../media/image2.jpeg"/><Relationship Id="rId2" Type="http://schemas.openxmlformats.org/officeDocument/2006/relationships/tags" Target="../tags/tag164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tags" Target="../tags/tag1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image" Target="../media/image2.jpeg"/><Relationship Id="rId2" Type="http://schemas.openxmlformats.org/officeDocument/2006/relationships/tags" Target="../tags/tag178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image" Target="../media/image3.jpeg"/><Relationship Id="rId2" Type="http://schemas.openxmlformats.org/officeDocument/2006/relationships/tags" Target="../tags/tag188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tags" Target="../tags/tag18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image" Target="../media/image4.jpeg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image" Target="../media/image5.jpeg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21.xml"/><Relationship Id="rId1" Type="http://schemas.openxmlformats.org/officeDocument/2006/relationships/tags" Target="../tags/tag21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image" Target="../media/image6.jpeg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image" Target="../media/image6.jpeg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tags" Target="../tags/tag2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image" Target="../media/image7.jpeg"/><Relationship Id="rId1" Type="http://schemas.openxmlformats.org/officeDocument/2006/relationships/tags" Target="../tags/tag24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image" Target="../media/image8.jpeg"/><Relationship Id="rId2" Type="http://schemas.openxmlformats.org/officeDocument/2006/relationships/tags" Target="../tags/tag254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61.xml"/><Relationship Id="rId1" Type="http://schemas.openxmlformats.org/officeDocument/2006/relationships/tags" Target="../tags/tag25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image" Target="../media/image9.jpeg"/><Relationship Id="rId2" Type="http://schemas.openxmlformats.org/officeDocument/2006/relationships/tags" Target="../tags/tag263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image" Target="../media/image9.jpeg"/><Relationship Id="rId2" Type="http://schemas.openxmlformats.org/officeDocument/2006/relationships/tags" Target="../tags/tag274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tags" Target="../tags/tag27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image" Target="../media/image10.jpeg"/><Relationship Id="rId2" Type="http://schemas.openxmlformats.org/officeDocument/2006/relationships/tags" Target="../tags/tag287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tags" Target="../tags/tag297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tags" Target="../tags/tag28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1490"/>
            <a:ext cx="6982460" cy="2458720"/>
          </a:xfrm>
        </p:spPr>
        <p:txBody>
          <a:bodyPr>
            <a:normAutofit/>
          </a:bodyPr>
          <a:lstStyle/>
          <a:p>
            <a:r>
              <a:rPr lang="en-US" dirty="0"/>
              <a:t>Banking Management System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21"/>
            <p:custDataLst>
              <p:tags r:id="rId2"/>
            </p:custDataLst>
          </p:nvPr>
        </p:nvSpPr>
        <p:spPr>
          <a:xfrm>
            <a:off x="755332" y="4617720"/>
            <a:ext cx="2254568" cy="507795"/>
          </a:xfrm>
        </p:spPr>
        <p:txBody>
          <a:bodyPr/>
          <a:lstStyle/>
          <a:p>
            <a:r>
              <a:rPr lang="en-US"/>
              <a:t>Cs-409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0" y="1818936"/>
            <a:ext cx="5512904" cy="1081088"/>
          </a:xfrm>
        </p:spPr>
        <p:txBody>
          <a:bodyPr>
            <a:normAutofit fontScale="90000"/>
          </a:bodyPr>
          <a:lstStyle/>
          <a:p>
            <a:r>
              <a:rPr lang="en-US"/>
              <a:t>Developers</a:t>
            </a:r>
            <a:endParaRPr lang="en-US"/>
          </a:p>
        </p:txBody>
      </p:sp>
      <p:sp>
        <p:nvSpPr>
          <p:cNvPr id="2" name="矩形: 圆角 8"/>
          <p:cNvSpPr/>
          <p:nvPr>
            <p:custDataLst>
              <p:tags r:id="rId2"/>
            </p:custDataLst>
          </p:nvPr>
        </p:nvSpPr>
        <p:spPr>
          <a:xfrm>
            <a:off x="635285" y="3309086"/>
            <a:ext cx="10922128" cy="2661177"/>
          </a:xfrm>
          <a:prstGeom prst="roundRect">
            <a:avLst>
              <a:gd name="adj" fmla="val 4409"/>
            </a:avLst>
          </a:prstGeom>
          <a:solidFill>
            <a:schemeClr val="bg1">
              <a:lumMod val="85000"/>
              <a:lumOff val="15000"/>
            </a:schemeClr>
          </a:solidFill>
          <a:ln w="6350">
            <a:solidFill>
              <a:schemeClr val="bg1">
                <a:lumMod val="50000"/>
                <a:lumOff val="50000"/>
              </a:schemeClr>
            </a:solidFill>
            <a:prstDash val="solid"/>
          </a:ln>
          <a:effectLst>
            <a:outerShdw blurRad="190500" dist="88900" algn="ctr" rotWithShape="0">
              <a:schemeClr val="bg2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 flipV="1">
            <a:off x="6096635" y="3678680"/>
            <a:ext cx="0" cy="1983040"/>
          </a:xfrm>
          <a:prstGeom prst="line">
            <a:avLst/>
          </a:prstGeom>
          <a:ln>
            <a:gradFill flip="none" rotWithShape="1">
              <a:gsLst>
                <a:gs pos="50000">
                  <a:schemeClr val="accent4"/>
                </a:gs>
                <a:gs pos="0">
                  <a:schemeClr val="accent4">
                    <a:alpha val="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1503386" y="3888243"/>
            <a:ext cx="1184467" cy="3657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  <a:tileRect/>
          </a:gradFill>
        </p:spPr>
        <p:txBody>
          <a:bodyPr wrap="none" lIns="0" tIns="0" rIns="0" bIns="0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chemeClr val="dk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P</a:t>
            </a:r>
            <a:r>
              <a:rPr lang="en-US" sz="1200" dirty="0">
                <a:solidFill>
                  <a:schemeClr val="dk1">
                    <a:lumMod val="10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art One</a:t>
            </a:r>
            <a:endParaRPr lang="en-US" sz="1200" dirty="0">
              <a:solidFill>
                <a:schemeClr val="dk1">
                  <a:lumMod val="10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项标题"/>
          <p:cNvSpPr txBox="1"/>
          <p:nvPr>
            <p:custDataLst>
              <p:tags r:id="rId5"/>
            </p:custDataLst>
          </p:nvPr>
        </p:nvSpPr>
        <p:spPr>
          <a:xfrm>
            <a:off x="1503386" y="4575992"/>
            <a:ext cx="3725707" cy="901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00000"/>
              </a:lnSpc>
            </a:pPr>
            <a:r>
              <a:rPr 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ea typeface="+mj-ea"/>
                <a:cs typeface="Arial" panose="020B0604020202020204" pitchFamily="34" charset="0"/>
              </a:rPr>
              <a:t>Shehzad Hassan                   2024-ag-8901</a:t>
            </a:r>
            <a:endParaRPr lang="en-US" sz="2400" b="1" dirty="0">
              <a:gradFill>
                <a:gsLst>
                  <a:gs pos="0">
                    <a:schemeClr val="tx1"/>
                  </a:gs>
                  <a:gs pos="100000">
                    <a:schemeClr val="accent1"/>
                  </a:gs>
                </a:gsLst>
                <a:lin ang="4800000" scaled="0"/>
              </a:gradFill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序号"/>
          <p:cNvSpPr txBox="1"/>
          <p:nvPr>
            <p:custDataLst>
              <p:tags r:id="rId6"/>
            </p:custDataLst>
          </p:nvPr>
        </p:nvSpPr>
        <p:spPr>
          <a:xfrm>
            <a:off x="6964100" y="3888243"/>
            <a:ext cx="1184467" cy="3657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  <a:tileRect/>
          </a:gradFill>
        </p:spPr>
        <p:txBody>
          <a:bodyPr wrap="none" lIns="0" tIns="0" rIns="0" bIns="0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chemeClr val="dk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P</a:t>
            </a:r>
            <a:r>
              <a:rPr lang="en-US" sz="1200" dirty="0">
                <a:solidFill>
                  <a:schemeClr val="dk1">
                    <a:lumMod val="10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art Two</a:t>
            </a:r>
            <a:endParaRPr lang="en-US" sz="1200" dirty="0">
              <a:solidFill>
                <a:schemeClr val="dk1">
                  <a:lumMod val="10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项标题"/>
          <p:cNvSpPr txBox="1"/>
          <p:nvPr>
            <p:custDataLst>
              <p:tags r:id="rId7"/>
            </p:custDataLst>
          </p:nvPr>
        </p:nvSpPr>
        <p:spPr>
          <a:xfrm>
            <a:off x="6964100" y="4575992"/>
            <a:ext cx="3725717" cy="901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00000"/>
              </a:lnSpc>
            </a:pPr>
            <a:r>
              <a:rPr lang="en-US" sz="2400" b="1" dirty="0">
                <a:gradFill>
                  <a:gsLst>
                    <a:gs pos="0">
                      <a:schemeClr val="tx1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ea typeface="+mj-ea"/>
                <a:cs typeface="Arial" panose="020B0604020202020204" pitchFamily="34" charset="0"/>
              </a:rPr>
              <a:t>M.Abdullah Masood                                2024-ag-8834</a:t>
            </a:r>
            <a:endParaRPr lang="en-US" sz="2400" b="1" dirty="0">
              <a:gradFill>
                <a:gsLst>
                  <a:gs pos="0">
                    <a:schemeClr val="tx1"/>
                  </a:gs>
                  <a:gs pos="100000">
                    <a:schemeClr val="accent1"/>
                  </a:gs>
                </a:gsLst>
                <a:lin ang="4800000" scaled="0"/>
              </a:gradFill>
              <a:ea typeface="+mj-ea"/>
              <a:cs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1490"/>
            <a:ext cx="6982460" cy="245872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b="1" spc="0">
                <a:latin typeface="Inter Bold (Heading)" charset="0"/>
                <a:cs typeface="Inter Bold (Heading)" charset="0"/>
              </a:rPr>
              <a:t>Introduction</a:t>
            </a:r>
            <a:endParaRPr lang="en-US" b="1" spc="0">
              <a:latin typeface="Inter Bold (Heading)" charset="0"/>
              <a:cs typeface="Inter Bold (Heading)" charset="0"/>
            </a:endParaRPr>
          </a:p>
        </p:txBody>
      </p:sp>
      <p:pic>
        <p:nvPicPr>
          <p:cNvPr id="91" name="http://photo-static-api.fotomore.com/creative/vcg/400/new/VCG41N1069489894.jpg?uid=386&amp;timestamp=1686291026&amp;sign=1e9a94813b7fe1bf36014f3196daddb2" descr="templates\picture_hover\&amp;pky310_sjzg_VCG41N1069489894&amp;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71" t="8443" r="1055" b="8504"/>
          <a:stretch>
            <a:fillRect/>
          </a:stretch>
        </p:blipFill>
        <p:spPr>
          <a:xfrm>
            <a:off x="8145007" y="1641628"/>
            <a:ext cx="3318510" cy="43103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42" h="6136">
                <a:moveTo>
                  <a:pt x="3065" y="0"/>
                </a:moveTo>
                <a:lnTo>
                  <a:pt x="4727" y="0"/>
                </a:lnTo>
                <a:cubicBezTo>
                  <a:pt x="4956" y="0"/>
                  <a:pt x="5142" y="186"/>
                  <a:pt x="5142" y="415"/>
                </a:cubicBezTo>
                <a:lnTo>
                  <a:pt x="5142" y="5721"/>
                </a:lnTo>
                <a:cubicBezTo>
                  <a:pt x="5142" y="5950"/>
                  <a:pt x="4956" y="6136"/>
                  <a:pt x="4727" y="6136"/>
                </a:cubicBezTo>
                <a:lnTo>
                  <a:pt x="3065" y="6136"/>
                </a:lnTo>
                <a:cubicBezTo>
                  <a:pt x="2836" y="6136"/>
                  <a:pt x="2650" y="5950"/>
                  <a:pt x="2650" y="5721"/>
                </a:cubicBezTo>
                <a:lnTo>
                  <a:pt x="2650" y="415"/>
                </a:lnTo>
                <a:cubicBezTo>
                  <a:pt x="2650" y="186"/>
                  <a:pt x="2836" y="0"/>
                  <a:pt x="3065" y="0"/>
                </a:cubicBezTo>
                <a:close/>
                <a:moveTo>
                  <a:pt x="415" y="0"/>
                </a:moveTo>
                <a:lnTo>
                  <a:pt x="2077" y="0"/>
                </a:lnTo>
                <a:cubicBezTo>
                  <a:pt x="2306" y="0"/>
                  <a:pt x="2492" y="186"/>
                  <a:pt x="2492" y="415"/>
                </a:cubicBezTo>
                <a:lnTo>
                  <a:pt x="2492" y="5721"/>
                </a:lnTo>
                <a:cubicBezTo>
                  <a:pt x="2492" y="5950"/>
                  <a:pt x="2306" y="6136"/>
                  <a:pt x="2077" y="6136"/>
                </a:cubicBezTo>
                <a:lnTo>
                  <a:pt x="415" y="6136"/>
                </a:lnTo>
                <a:cubicBezTo>
                  <a:pt x="186" y="6136"/>
                  <a:pt x="0" y="5950"/>
                  <a:pt x="0" y="5721"/>
                </a:cubicBezTo>
                <a:lnTo>
                  <a:pt x="0" y="415"/>
                </a:lnTo>
                <a:cubicBezTo>
                  <a:pt x="0" y="186"/>
                  <a:pt x="186" y="0"/>
                  <a:pt x="415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719770" y="1637314"/>
            <a:ext cx="808283" cy="433539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"/>
                </a:schemeClr>
              </a:gs>
              <a:gs pos="0">
                <a:schemeClr val="accent1">
                  <a:lumMod val="50000"/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438562" y="1566798"/>
            <a:ext cx="5358924" cy="624249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This project is a Banking Management System developed in C++.</a:t>
            </a:r>
            <a:endParaRPr lang="en-US" b="1">
              <a:solidFill>
                <a:schemeClr val="accent1">
                  <a:lumMod val="50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924222" y="1525564"/>
            <a:ext cx="1262263" cy="923248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54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lt"/>
                <a:sym typeface="+mn-lt"/>
              </a:rPr>
              <a:t>01</a:t>
            </a:r>
            <a:endParaRPr lang="en-US" sz="54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518572" y="2857697"/>
            <a:ext cx="5358924" cy="571254"/>
          </a:xfrm>
          <a:prstGeom prst="rect">
            <a:avLst/>
          </a:prstGeom>
          <a:noFill/>
        </p:spPr>
        <p:txBody>
          <a:bodyPr wrap="square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It allows users to create bank accounts.</a:t>
            </a:r>
            <a:endParaRPr lang="en-US" b="1">
              <a:solidFill>
                <a:schemeClr val="accent1">
                  <a:lumMod val="50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924222" y="2711638"/>
            <a:ext cx="1262263" cy="923248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54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lt"/>
                <a:sym typeface="+mn-lt"/>
              </a:rPr>
              <a:t>02</a:t>
            </a:r>
            <a:endParaRPr lang="en-US" sz="54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2486187" y="4190457"/>
            <a:ext cx="5358924" cy="571254"/>
          </a:xfrm>
          <a:prstGeom prst="rect">
            <a:avLst/>
          </a:prstGeom>
          <a:noFill/>
        </p:spPr>
        <p:txBody>
          <a:bodyPr wrap="square" anchor="b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Users can deposit and withdraw money easily.</a:t>
            </a:r>
            <a:endParaRPr lang="en-US" b="1">
              <a:solidFill>
                <a:schemeClr val="accent1">
                  <a:lumMod val="50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924222" y="3897713"/>
            <a:ext cx="1262263" cy="923248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54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lt"/>
                <a:sym typeface="+mn-lt"/>
              </a:rPr>
              <a:t>03</a:t>
            </a:r>
            <a:endParaRPr lang="en-US" sz="54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2486822" y="5196827"/>
            <a:ext cx="5358924" cy="571254"/>
          </a:xfrm>
          <a:prstGeom prst="rect">
            <a:avLst/>
          </a:prstGeom>
          <a:noFill/>
        </p:spPr>
        <p:txBody>
          <a:bodyPr wrap="square" anchor="b">
            <a:normAutofit fontScale="8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The system helps to check account balances.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2"/>
            </p:custDataLst>
          </p:nvPr>
        </p:nvSpPr>
        <p:spPr>
          <a:xfrm>
            <a:off x="924222" y="5083788"/>
            <a:ext cx="1262263" cy="923248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54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lt"/>
                <a:sym typeface="+mn-lt"/>
              </a:rPr>
              <a:t>04</a:t>
            </a:r>
            <a:endParaRPr lang="en-US" sz="54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1490"/>
            <a:ext cx="6982460" cy="2458720"/>
          </a:xfrm>
        </p:spPr>
        <p:txBody>
          <a:bodyPr>
            <a:normAutofit fontScale="90000"/>
          </a:bodyPr>
          <a:lstStyle/>
          <a:p>
            <a:r>
              <a:rPr lang="en-US" dirty="0"/>
              <a:t>C++ and OOP concepts used in this code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Inter Bold (Heading)" charset="0"/>
                <a:cs typeface="Inter Bold (Heading)" charset="0"/>
              </a:rPr>
              <a:t>C++ and OOP concepts used in this code</a:t>
            </a:r>
            <a:endParaRPr lang="en-US" spc="0">
              <a:latin typeface="Inter Bold (Heading)" charset="0"/>
              <a:cs typeface="Inter Bold (Heading)" charset="0"/>
            </a:endParaRPr>
          </a:p>
        </p:txBody>
      </p:sp>
      <p:pic>
        <p:nvPicPr>
          <p:cNvPr id="91" name="http://photo-static-api.fotomore.com/creative/vcg/400/new/VCG41N1069489894.jpg?uid=386&amp;timestamp=1686291026&amp;sign=1e9a94813b7fe1bf36014f3196daddb2" descr="templates\picture_hover\&amp;pky310_sjzg_VCG41N1069489894&amp;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71" t="8443" r="1055" b="8504"/>
          <a:stretch>
            <a:fillRect/>
          </a:stretch>
        </p:blipFill>
        <p:spPr>
          <a:xfrm>
            <a:off x="8145007" y="1641628"/>
            <a:ext cx="3318510" cy="43103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42" h="6136">
                <a:moveTo>
                  <a:pt x="3065" y="0"/>
                </a:moveTo>
                <a:lnTo>
                  <a:pt x="4727" y="0"/>
                </a:lnTo>
                <a:cubicBezTo>
                  <a:pt x="4956" y="0"/>
                  <a:pt x="5142" y="186"/>
                  <a:pt x="5142" y="415"/>
                </a:cubicBezTo>
                <a:lnTo>
                  <a:pt x="5142" y="5721"/>
                </a:lnTo>
                <a:cubicBezTo>
                  <a:pt x="5142" y="5950"/>
                  <a:pt x="4956" y="6136"/>
                  <a:pt x="4727" y="6136"/>
                </a:cubicBezTo>
                <a:lnTo>
                  <a:pt x="3065" y="6136"/>
                </a:lnTo>
                <a:cubicBezTo>
                  <a:pt x="2836" y="6136"/>
                  <a:pt x="2650" y="5950"/>
                  <a:pt x="2650" y="5721"/>
                </a:cubicBezTo>
                <a:lnTo>
                  <a:pt x="2650" y="415"/>
                </a:lnTo>
                <a:cubicBezTo>
                  <a:pt x="2650" y="186"/>
                  <a:pt x="2836" y="0"/>
                  <a:pt x="3065" y="0"/>
                </a:cubicBezTo>
                <a:close/>
                <a:moveTo>
                  <a:pt x="415" y="0"/>
                </a:moveTo>
                <a:lnTo>
                  <a:pt x="2077" y="0"/>
                </a:lnTo>
                <a:cubicBezTo>
                  <a:pt x="2306" y="0"/>
                  <a:pt x="2492" y="186"/>
                  <a:pt x="2492" y="415"/>
                </a:cubicBezTo>
                <a:lnTo>
                  <a:pt x="2492" y="5721"/>
                </a:lnTo>
                <a:cubicBezTo>
                  <a:pt x="2492" y="5950"/>
                  <a:pt x="2306" y="6136"/>
                  <a:pt x="2077" y="6136"/>
                </a:cubicBezTo>
                <a:lnTo>
                  <a:pt x="415" y="6136"/>
                </a:lnTo>
                <a:cubicBezTo>
                  <a:pt x="186" y="6136"/>
                  <a:pt x="0" y="5950"/>
                  <a:pt x="0" y="5721"/>
                </a:cubicBezTo>
                <a:lnTo>
                  <a:pt x="0" y="415"/>
                </a:lnTo>
                <a:cubicBezTo>
                  <a:pt x="0" y="186"/>
                  <a:pt x="186" y="0"/>
                  <a:pt x="415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202055" y="1389380"/>
            <a:ext cx="6590030" cy="571500"/>
          </a:xfrm>
          <a:prstGeom prst="rect">
            <a:avLst/>
          </a:prstGeom>
          <a:noFill/>
        </p:spPr>
        <p:txBody>
          <a:bodyPr wrap="square" anchor="b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Following are the concepts we used in this code: 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157605" y="2118995"/>
            <a:ext cx="6414770" cy="9423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1. Classes                         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8.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 Dynamic Memory Allocation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2. Objects                        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9. 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Dynamic Memory Allocation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130935" y="3092450"/>
            <a:ext cx="6138545" cy="98171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3  Encapsulation                 10. STL Vector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4. Inheritance                     11. Conditional Statements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1095375" y="3931920"/>
            <a:ext cx="6618605" cy="98044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5. Polymorphism                  12. Looping Constructs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6. Function over-riding          13. Input &amp; Output Handling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8"/>
            </p:custDataLst>
          </p:nvPr>
        </p:nvSpPr>
        <p:spPr>
          <a:xfrm>
            <a:off x="1145540" y="5109210"/>
            <a:ext cx="6645910" cy="624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7. Runtime Polymorphism      14. Menu-Driven Programming                                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0400"/>
            <a:ext cx="6120000" cy="2458800"/>
          </a:xfrm>
        </p:spPr>
        <p:txBody>
          <a:bodyPr/>
          <a:lstStyle/>
          <a:p>
            <a:r>
              <a:rPr lang="en-US" dirty="0"/>
              <a:t>Key Features of BMS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5487670" cy="705485"/>
          </a:xfrm>
        </p:spPr>
        <p:txBody>
          <a:bodyPr wrap="square">
            <a:normAutofit/>
          </a:bodyPr>
          <a:lstStyle/>
          <a:p>
            <a:pPr algn="l"/>
            <a:r>
              <a:rPr lang="en-US" spc="0" dirty="0">
                <a:latin typeface="Inter Bold (Heading)" charset="0"/>
                <a:cs typeface="Inter Bold (Heading)" charset="0"/>
              </a:rPr>
              <a:t>Key Features of BMS</a:t>
            </a:r>
            <a:endParaRPr lang="en-US" spc="0" dirty="0">
              <a:latin typeface="Inter Bold (Heading)" charset="0"/>
              <a:cs typeface="Inter Bold (Heading)" charset="0"/>
            </a:endParaRPr>
          </a:p>
        </p:txBody>
      </p:sp>
      <p:pic>
        <p:nvPicPr>
          <p:cNvPr id="9" name="图片 8" descr="7725813_3D现代抽象几何空间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1220" t="28" r="5764" b="83"/>
          <a:stretch>
            <a:fillRect/>
          </a:stretch>
        </p:blipFill>
        <p:spPr>
          <a:xfrm>
            <a:off x="5717064" y="0"/>
            <a:ext cx="6483826" cy="68560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11" h="10797">
                <a:moveTo>
                  <a:pt x="2699" y="0"/>
                </a:moveTo>
                <a:lnTo>
                  <a:pt x="10211" y="0"/>
                </a:lnTo>
                <a:lnTo>
                  <a:pt x="10211" y="10797"/>
                </a:lnTo>
                <a:lnTo>
                  <a:pt x="0" y="10797"/>
                </a:lnTo>
                <a:lnTo>
                  <a:pt x="2699" y="0"/>
                </a:lnTo>
                <a:close/>
              </a:path>
            </a:pathLst>
          </a:custGeom>
        </p:spPr>
      </p:pic>
      <p:sp>
        <p:nvSpPr>
          <p:cNvPr id="12" name="平行四边形 11"/>
          <p:cNvSpPr/>
          <p:nvPr>
            <p:custDataLst>
              <p:tags r:id="rId4"/>
            </p:custDataLst>
          </p:nvPr>
        </p:nvSpPr>
        <p:spPr>
          <a:xfrm>
            <a:off x="5838825" y="0"/>
            <a:ext cx="1727200" cy="5556885"/>
          </a:xfrm>
          <a:prstGeom prst="parallelogram">
            <a:avLst>
              <a:gd name="adj" fmla="val 84115"/>
            </a:avLst>
          </a:prstGeom>
          <a:gradFill>
            <a:gsLst>
              <a:gs pos="30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平行四边形 13"/>
          <p:cNvSpPr/>
          <p:nvPr>
            <p:custDataLst>
              <p:tags r:id="rId5"/>
            </p:custDataLst>
          </p:nvPr>
        </p:nvSpPr>
        <p:spPr>
          <a:xfrm>
            <a:off x="5634990" y="2507615"/>
            <a:ext cx="1377950" cy="4348480"/>
          </a:xfrm>
          <a:prstGeom prst="parallelogram">
            <a:avLst>
              <a:gd name="adj" fmla="val 82610"/>
            </a:avLst>
          </a:prstGeom>
          <a:gradFill>
            <a:gsLst>
              <a:gs pos="30000">
                <a:schemeClr val="accent6">
                  <a:lumMod val="60000"/>
                  <a:lumOff val="40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1354546" y="2234997"/>
            <a:ext cx="3943259" cy="6604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Inter Bold (Heading)" charset="0"/>
                <a:cs typeface="Inter Bold (Heading)" charset="0"/>
                <a:sym typeface="+mn-ea"/>
              </a:rPr>
              <a:t>New Account Creation</a:t>
            </a:r>
            <a:endParaRPr lang="en-US" sz="2000" b="1" dirty="0">
              <a:solidFill>
                <a:schemeClr val="accent1"/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7"/>
            </p:custDataLst>
          </p:nvPr>
        </p:nvSpPr>
        <p:spPr>
          <a:xfrm>
            <a:off x="691515" y="2155574"/>
            <a:ext cx="504260" cy="50426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7" name="椭圆 6"/>
          <p:cNvSpPr/>
          <p:nvPr>
            <p:custDataLst>
              <p:tags r:id="rId8"/>
            </p:custDataLst>
          </p:nvPr>
        </p:nvSpPr>
        <p:spPr>
          <a:xfrm>
            <a:off x="691515" y="4996980"/>
            <a:ext cx="504260" cy="50426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04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355817" y="5522173"/>
            <a:ext cx="3943259" cy="6604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1352006" y="4784202"/>
            <a:ext cx="3944529" cy="66049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Inter Bold (Heading)" charset="0"/>
                <a:cs typeface="Inter Bold (Heading)" charset="0"/>
                <a:sym typeface="+mn-ea"/>
              </a:rPr>
              <a:t>Interest &amp; Overdraft Facility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9" name="椭圆 18"/>
          <p:cNvSpPr/>
          <p:nvPr>
            <p:custDataLst>
              <p:tags r:id="rId11"/>
            </p:custDataLst>
          </p:nvPr>
        </p:nvSpPr>
        <p:spPr>
          <a:xfrm>
            <a:off x="691515" y="3089231"/>
            <a:ext cx="504260" cy="50426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2"/>
            </p:custDataLst>
          </p:nvPr>
        </p:nvSpPr>
        <p:spPr>
          <a:xfrm>
            <a:off x="1351371" y="2900584"/>
            <a:ext cx="3944529" cy="66049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Inter Bold (Heading)" charset="0"/>
                <a:cs typeface="Inter Bold (Heading)" charset="0"/>
              </a:rPr>
              <a:t>Deposit &amp; Withdraw Money</a:t>
            </a:r>
            <a:endParaRPr lang="en-US" sz="2000" b="1" dirty="0">
              <a:solidFill>
                <a:schemeClr val="accent1"/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5" name="椭圆 18"/>
          <p:cNvSpPr/>
          <p:nvPr>
            <p:custDataLst>
              <p:tags r:id="rId13"/>
            </p:custDataLst>
          </p:nvPr>
        </p:nvSpPr>
        <p:spPr>
          <a:xfrm>
            <a:off x="691515" y="4022681"/>
            <a:ext cx="504260" cy="50426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03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6" name="矩形 20"/>
          <p:cNvSpPr/>
          <p:nvPr>
            <p:custDataLst>
              <p:tags r:id="rId14"/>
            </p:custDataLst>
          </p:nvPr>
        </p:nvSpPr>
        <p:spPr>
          <a:xfrm>
            <a:off x="1406525" y="3766185"/>
            <a:ext cx="3944620" cy="7150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Inter Bold (Heading)" charset="0"/>
                <a:cs typeface="Inter Bold (Heading)" charset="0"/>
              </a:rPr>
              <a:t>Balance Enquiry</a:t>
            </a:r>
            <a:endParaRPr lang="en-US" sz="2000" b="1" dirty="0">
              <a:solidFill>
                <a:schemeClr val="accent1"/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524742"/>
            <a:ext cx="5281533" cy="980448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en-US" sz="3600" spc="0" dirty="0">
                <a:latin typeface="Inter Bold (Heading)" charset="0"/>
                <a:cs typeface="Inter Bold (Heading)" charset="0"/>
                <a:sym typeface="+mn-ea"/>
              </a:rPr>
              <a:t>New Account Creation</a:t>
            </a:r>
            <a:endParaRPr lang="en-US" sz="3600" spc="0" dirty="0"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>
            <a:off x="8441699" y="530206"/>
            <a:ext cx="1871225" cy="1871225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>
            <a:off x="10228793" y="-3888"/>
            <a:ext cx="1830008" cy="884407"/>
          </a:xfrm>
          <a:custGeom>
            <a:avLst/>
            <a:gdLst>
              <a:gd name="connsiteX0" fmla="*/ 0 w 1830008"/>
              <a:gd name="connsiteY0" fmla="*/ 0 h 884407"/>
              <a:gd name="connsiteX1" fmla="*/ 1830008 w 1830008"/>
              <a:gd name="connsiteY1" fmla="*/ 0 h 884407"/>
              <a:gd name="connsiteX2" fmla="*/ 1826903 w 1830008"/>
              <a:gd name="connsiteY2" fmla="*/ 61496 h 884407"/>
              <a:gd name="connsiteX3" fmla="*/ 915004 w 1830008"/>
              <a:gd name="connsiteY3" fmla="*/ 884407 h 884407"/>
              <a:gd name="connsiteX4" fmla="*/ 3105 w 1830008"/>
              <a:gd name="connsiteY4" fmla="*/ 61496 h 884407"/>
              <a:gd name="connsiteX5" fmla="*/ 0 w 1830008"/>
              <a:gd name="connsiteY5" fmla="*/ 0 h 88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0008" h="884407">
                <a:moveTo>
                  <a:pt x="0" y="0"/>
                </a:moveTo>
                <a:lnTo>
                  <a:pt x="1830008" y="0"/>
                </a:lnTo>
                <a:lnTo>
                  <a:pt x="1826903" y="61496"/>
                </a:lnTo>
                <a:cubicBezTo>
                  <a:pt x="1779962" y="523713"/>
                  <a:pt x="1389605" y="884407"/>
                  <a:pt x="915004" y="884407"/>
                </a:cubicBezTo>
                <a:cubicBezTo>
                  <a:pt x="440403" y="884407"/>
                  <a:pt x="50046" y="523713"/>
                  <a:pt x="3105" y="6149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>
            <a:off x="5519420" y="5098415"/>
            <a:ext cx="3309620" cy="1759585"/>
          </a:xfrm>
          <a:custGeom>
            <a:avLst/>
            <a:gdLst>
              <a:gd name="connsiteX0" fmla="*/ 1772998 w 3545996"/>
              <a:gd name="connsiteY0" fmla="*/ 0 h 1920395"/>
              <a:gd name="connsiteX1" fmla="*/ 3545996 w 3545996"/>
              <a:gd name="connsiteY1" fmla="*/ 1772998 h 1920395"/>
              <a:gd name="connsiteX2" fmla="*/ 3538553 w 3545996"/>
              <a:gd name="connsiteY2" fmla="*/ 1920395 h 1920395"/>
              <a:gd name="connsiteX3" fmla="*/ 7443 w 3545996"/>
              <a:gd name="connsiteY3" fmla="*/ 1920395 h 1920395"/>
              <a:gd name="connsiteX4" fmla="*/ 0 w 3545996"/>
              <a:gd name="connsiteY4" fmla="*/ 1772998 h 1920395"/>
              <a:gd name="connsiteX5" fmla="*/ 1772998 w 3545996"/>
              <a:gd name="connsiteY5" fmla="*/ 0 h 19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5996" h="1920395">
                <a:moveTo>
                  <a:pt x="1772998" y="0"/>
                </a:moveTo>
                <a:cubicBezTo>
                  <a:pt x="2752198" y="0"/>
                  <a:pt x="3545996" y="793798"/>
                  <a:pt x="3545996" y="1772998"/>
                </a:cubicBezTo>
                <a:lnTo>
                  <a:pt x="3538553" y="1920395"/>
                </a:lnTo>
                <a:lnTo>
                  <a:pt x="7443" y="1920395"/>
                </a:lnTo>
                <a:lnTo>
                  <a:pt x="0" y="1772998"/>
                </a:lnTo>
                <a:cubicBezTo>
                  <a:pt x="0" y="793798"/>
                  <a:pt x="793798" y="0"/>
                  <a:pt x="1772998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5"/>
            </p:custDataLst>
          </p:nvPr>
        </p:nvSpPr>
        <p:spPr>
          <a:xfrm>
            <a:off x="62542" y="1"/>
            <a:ext cx="1169874" cy="778919"/>
          </a:xfrm>
          <a:custGeom>
            <a:avLst/>
            <a:gdLst>
              <a:gd name="connsiteX0" fmla="*/ 35505 w 1169874"/>
              <a:gd name="connsiteY0" fmla="*/ 0 h 778919"/>
              <a:gd name="connsiteX1" fmla="*/ 1134369 w 1169874"/>
              <a:gd name="connsiteY1" fmla="*/ 0 h 778919"/>
              <a:gd name="connsiteX2" fmla="*/ 1157990 w 1169874"/>
              <a:gd name="connsiteY2" fmla="*/ 76097 h 778919"/>
              <a:gd name="connsiteX3" fmla="*/ 1169874 w 1169874"/>
              <a:gd name="connsiteY3" fmla="*/ 193982 h 778919"/>
              <a:gd name="connsiteX4" fmla="*/ 584937 w 1169874"/>
              <a:gd name="connsiteY4" fmla="*/ 778919 h 778919"/>
              <a:gd name="connsiteX5" fmla="*/ 0 w 1169874"/>
              <a:gd name="connsiteY5" fmla="*/ 193982 h 778919"/>
              <a:gd name="connsiteX6" fmla="*/ 11884 w 1169874"/>
              <a:gd name="connsiteY6" fmla="*/ 76097 h 778919"/>
              <a:gd name="connsiteX7" fmla="*/ 35505 w 1169874"/>
              <a:gd name="connsiteY7" fmla="*/ 0 h 77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9874" h="778919">
                <a:moveTo>
                  <a:pt x="35505" y="0"/>
                </a:moveTo>
                <a:lnTo>
                  <a:pt x="1134369" y="0"/>
                </a:lnTo>
                <a:lnTo>
                  <a:pt x="1157990" y="76097"/>
                </a:lnTo>
                <a:cubicBezTo>
                  <a:pt x="1165782" y="114175"/>
                  <a:pt x="1169874" y="153601"/>
                  <a:pt x="1169874" y="193982"/>
                </a:cubicBezTo>
                <a:cubicBezTo>
                  <a:pt x="1169874" y="517034"/>
                  <a:pt x="907989" y="778919"/>
                  <a:pt x="584937" y="778919"/>
                </a:cubicBezTo>
                <a:cubicBezTo>
                  <a:pt x="261885" y="778919"/>
                  <a:pt x="0" y="517034"/>
                  <a:pt x="0" y="193982"/>
                </a:cubicBezTo>
                <a:cubicBezTo>
                  <a:pt x="0" y="153601"/>
                  <a:pt x="4092" y="114175"/>
                  <a:pt x="11884" y="76097"/>
                </a:cubicBezTo>
                <a:lnTo>
                  <a:pt x="35505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157" b="157"/>
          <a:stretch>
            <a:fillRect/>
          </a:stretch>
        </p:blipFill>
        <p:spPr>
          <a:xfrm>
            <a:off x="6215143" y="513580"/>
            <a:ext cx="5410888" cy="5393938"/>
          </a:xfrm>
          <a:custGeom>
            <a:avLst/>
            <a:gdLst>
              <a:gd name="connsiteX0" fmla="*/ 989815 w 5410888"/>
              <a:gd name="connsiteY0" fmla="*/ 0 h 5393938"/>
              <a:gd name="connsiteX1" fmla="*/ 1974519 w 5410888"/>
              <a:gd name="connsiteY1" fmla="*/ 888612 h 5393938"/>
              <a:gd name="connsiteX2" fmla="*/ 1979442 w 5410888"/>
              <a:gd name="connsiteY2" fmla="*/ 986104 h 5393938"/>
              <a:gd name="connsiteX3" fmla="*/ 1980571 w 5410888"/>
              <a:gd name="connsiteY3" fmla="*/ 985995 h 5393938"/>
              <a:gd name="connsiteX4" fmla="*/ 1985485 w 5410888"/>
              <a:gd name="connsiteY4" fmla="*/ 1083303 h 5393938"/>
              <a:gd name="connsiteX5" fmla="*/ 3113630 w 5410888"/>
              <a:gd name="connsiteY5" fmla="*/ 2101358 h 5393938"/>
              <a:gd name="connsiteX6" fmla="*/ 3229575 w 5410888"/>
              <a:gd name="connsiteY6" fmla="*/ 2095503 h 5393938"/>
              <a:gd name="connsiteX7" fmla="*/ 3269085 w 5410888"/>
              <a:gd name="connsiteY7" fmla="*/ 2089473 h 5393938"/>
              <a:gd name="connsiteX8" fmla="*/ 3272119 w 5410888"/>
              <a:gd name="connsiteY8" fmla="*/ 2092831 h 5393938"/>
              <a:gd name="connsiteX9" fmla="*/ 3389084 w 5410888"/>
              <a:gd name="connsiteY9" fmla="*/ 2062756 h 5393938"/>
              <a:gd name="connsiteX10" fmla="*/ 3728204 w 5410888"/>
              <a:gd name="connsiteY10" fmla="*/ 2028570 h 5393938"/>
              <a:gd name="connsiteX11" fmla="*/ 5410888 w 5410888"/>
              <a:gd name="connsiteY11" fmla="*/ 3711254 h 5393938"/>
              <a:gd name="connsiteX12" fmla="*/ 3728204 w 5410888"/>
              <a:gd name="connsiteY12" fmla="*/ 5393938 h 5393938"/>
              <a:gd name="connsiteX13" fmla="*/ 2045520 w 5410888"/>
              <a:gd name="connsiteY13" fmla="*/ 3711254 h 5393938"/>
              <a:gd name="connsiteX14" fmla="*/ 2079706 w 5410888"/>
              <a:gd name="connsiteY14" fmla="*/ 3372135 h 5393938"/>
              <a:gd name="connsiteX15" fmla="*/ 2088475 w 5410888"/>
              <a:gd name="connsiteY15" fmla="*/ 3338034 h 5393938"/>
              <a:gd name="connsiteX16" fmla="*/ 2100768 w 5410888"/>
              <a:gd name="connsiteY16" fmla="*/ 3175552 h 5393938"/>
              <a:gd name="connsiteX17" fmla="*/ 1022845 w 5410888"/>
              <a:gd name="connsiteY17" fmla="*/ 1981065 h 5393938"/>
              <a:gd name="connsiteX18" fmla="*/ 992119 w 5410888"/>
              <a:gd name="connsiteY18" fmla="*/ 1979514 h 5393938"/>
              <a:gd name="connsiteX19" fmla="*/ 989815 w 5410888"/>
              <a:gd name="connsiteY19" fmla="*/ 1979630 h 5393938"/>
              <a:gd name="connsiteX20" fmla="*/ 0 w 5410888"/>
              <a:gd name="connsiteY20" fmla="*/ 989815 h 5393938"/>
              <a:gd name="connsiteX21" fmla="*/ 989815 w 5410888"/>
              <a:gd name="connsiteY21" fmla="*/ 0 h 539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410888" h="5393938">
                <a:moveTo>
                  <a:pt x="989815" y="0"/>
                </a:moveTo>
                <a:cubicBezTo>
                  <a:pt x="1502309" y="0"/>
                  <a:pt x="1923831" y="389492"/>
                  <a:pt x="1974519" y="888612"/>
                </a:cubicBezTo>
                <a:lnTo>
                  <a:pt x="1979442" y="986104"/>
                </a:lnTo>
                <a:lnTo>
                  <a:pt x="1980571" y="985995"/>
                </a:lnTo>
                <a:lnTo>
                  <a:pt x="1985485" y="1083303"/>
                </a:lnTo>
                <a:cubicBezTo>
                  <a:pt x="2043557" y="1655129"/>
                  <a:pt x="2526482" y="2101358"/>
                  <a:pt x="3113630" y="2101358"/>
                </a:cubicBezTo>
                <a:cubicBezTo>
                  <a:pt x="3152773" y="2101358"/>
                  <a:pt x="3191453" y="2099375"/>
                  <a:pt x="3229575" y="2095503"/>
                </a:cubicBezTo>
                <a:lnTo>
                  <a:pt x="3269085" y="2089473"/>
                </a:lnTo>
                <a:lnTo>
                  <a:pt x="3272119" y="2092831"/>
                </a:lnTo>
                <a:lnTo>
                  <a:pt x="3389084" y="2062756"/>
                </a:lnTo>
                <a:cubicBezTo>
                  <a:pt x="3498623" y="2040341"/>
                  <a:pt x="3612039" y="2028570"/>
                  <a:pt x="3728204" y="2028570"/>
                </a:cubicBezTo>
                <a:cubicBezTo>
                  <a:pt x="4657525" y="2028570"/>
                  <a:pt x="5410888" y="2781933"/>
                  <a:pt x="5410888" y="3711254"/>
                </a:cubicBezTo>
                <a:cubicBezTo>
                  <a:pt x="5410888" y="4640575"/>
                  <a:pt x="4657525" y="5393938"/>
                  <a:pt x="3728204" y="5393938"/>
                </a:cubicBezTo>
                <a:cubicBezTo>
                  <a:pt x="2798883" y="5393938"/>
                  <a:pt x="2045520" y="4640575"/>
                  <a:pt x="2045520" y="3711254"/>
                </a:cubicBezTo>
                <a:cubicBezTo>
                  <a:pt x="2045520" y="3595089"/>
                  <a:pt x="2057292" y="3481673"/>
                  <a:pt x="2079706" y="3372135"/>
                </a:cubicBezTo>
                <a:lnTo>
                  <a:pt x="2088475" y="3338034"/>
                </a:lnTo>
                <a:lnTo>
                  <a:pt x="2100768" y="3175552"/>
                </a:lnTo>
                <a:cubicBezTo>
                  <a:pt x="2100768" y="2553876"/>
                  <a:pt x="1628299" y="2042552"/>
                  <a:pt x="1022845" y="1981065"/>
                </a:cubicBezTo>
                <a:lnTo>
                  <a:pt x="992119" y="1979514"/>
                </a:lnTo>
                <a:lnTo>
                  <a:pt x="989815" y="1979630"/>
                </a:lnTo>
                <a:cubicBezTo>
                  <a:pt x="443155" y="1979630"/>
                  <a:pt x="0" y="1536475"/>
                  <a:pt x="0" y="989815"/>
                </a:cubicBezTo>
                <a:cubicBezTo>
                  <a:pt x="0" y="443155"/>
                  <a:pt x="443155" y="0"/>
                  <a:pt x="989815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710275" y="3418248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The system takes account number, holder name, and initial balance as input.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10275" y="2574322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Users can choose between Savings Account and Current Account.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710275" y="5244519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 lnSpcReduction="2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Inter Bold (Heading)" charset="0"/>
                <a:cs typeface="Inter Bold (Heading)" charset="0"/>
                <a:sym typeface="+mn-ea"/>
              </a:rPr>
              <a:t>After entering details, the account is successfully stored in the bank system.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710275" y="1712615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The system allows users to create a new bank account through a menu option.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2" name="矩形 9"/>
          <p:cNvSpPr/>
          <p:nvPr>
            <p:custDataLst>
              <p:tags r:id="rId12"/>
            </p:custDataLst>
          </p:nvPr>
        </p:nvSpPr>
        <p:spPr>
          <a:xfrm>
            <a:off x="756630" y="4314244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Savings accounts also require an interest rate, while current accounts require an overdraft limit.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z="3600" spc="0" dirty="0">
                <a:latin typeface="Inter Bold (Heading)" charset="0"/>
                <a:cs typeface="Inter Bold (Heading)" charset="0"/>
              </a:rPr>
              <a:t>Money &amp; Withdraw Money</a:t>
            </a:r>
            <a:endParaRPr lang="en-US" sz="3600" spc="0" dirty="0">
              <a:latin typeface="Inter Bold (Heading)" charset="0"/>
              <a:cs typeface="Inter Bold (Heading)" charset="0"/>
            </a:endParaRPr>
          </a:p>
        </p:txBody>
      </p:sp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6570573" y="1483194"/>
            <a:ext cx="4707868" cy="4540378"/>
          </a:xfrm>
          <a:custGeom>
            <a:avLst/>
            <a:gdLst>
              <a:gd name="connsiteX0" fmla="*/ 2544449 w 5332839"/>
              <a:gd name="connsiteY0" fmla="*/ 195 h 5143115"/>
              <a:gd name="connsiteX1" fmla="*/ 3989326 w 5332839"/>
              <a:gd name="connsiteY1" fmla="*/ 696990 h 5143115"/>
              <a:gd name="connsiteX2" fmla="*/ 4615480 w 5332839"/>
              <a:gd name="connsiteY2" fmla="*/ 1580526 h 5143115"/>
              <a:gd name="connsiteX3" fmla="*/ 5138211 w 5332839"/>
              <a:gd name="connsiteY3" fmla="*/ 2501358 h 5143115"/>
              <a:gd name="connsiteX4" fmla="*/ 3900513 w 5332839"/>
              <a:gd name="connsiteY4" fmla="*/ 5017341 h 5143115"/>
              <a:gd name="connsiteX5" fmla="*/ 2840740 w 5332839"/>
              <a:gd name="connsiteY5" fmla="*/ 5133507 h 5143115"/>
              <a:gd name="connsiteX6" fmla="*/ 1575642 w 5332839"/>
              <a:gd name="connsiteY6" fmla="*/ 5101174 h 5143115"/>
              <a:gd name="connsiteX7" fmla="*/ 88253 w 5332839"/>
              <a:gd name="connsiteY7" fmla="*/ 2851265 h 5143115"/>
              <a:gd name="connsiteX8" fmla="*/ 561662 w 5332839"/>
              <a:gd name="connsiteY8" fmla="*/ 1718356 h 5143115"/>
              <a:gd name="connsiteX9" fmla="*/ 1142458 w 5332839"/>
              <a:gd name="connsiteY9" fmla="*/ 749720 h 5143115"/>
              <a:gd name="connsiteX10" fmla="*/ 2544449 w 5332839"/>
              <a:gd name="connsiteY10" fmla="*/ 195 h 514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32839" h="5143115">
                <a:moveTo>
                  <a:pt x="2544449" y="195"/>
                </a:moveTo>
                <a:cubicBezTo>
                  <a:pt x="3077965" y="-7704"/>
                  <a:pt x="3618629" y="225451"/>
                  <a:pt x="3989326" y="696990"/>
                </a:cubicBezTo>
                <a:cubicBezTo>
                  <a:pt x="4214069" y="982865"/>
                  <a:pt x="4422783" y="1277380"/>
                  <a:pt x="4615480" y="1580526"/>
                </a:cubicBezTo>
                <a:cubicBezTo>
                  <a:pt x="4805268" y="1879089"/>
                  <a:pt x="4979511" y="2186030"/>
                  <a:pt x="5138211" y="2501358"/>
                </a:cubicBezTo>
                <a:cubicBezTo>
                  <a:pt x="5669663" y="3557292"/>
                  <a:pt x="5065400" y="4816182"/>
                  <a:pt x="3900513" y="5017341"/>
                </a:cubicBezTo>
                <a:cubicBezTo>
                  <a:pt x="3549135" y="5078015"/>
                  <a:pt x="3195875" y="5116737"/>
                  <a:pt x="2840740" y="5133507"/>
                </a:cubicBezTo>
                <a:cubicBezTo>
                  <a:pt x="2421672" y="5153296"/>
                  <a:pt x="1999973" y="5142518"/>
                  <a:pt x="1575642" y="5101174"/>
                </a:cubicBezTo>
                <a:cubicBezTo>
                  <a:pt x="467924" y="4993235"/>
                  <a:pt x="-261479" y="3907856"/>
                  <a:pt x="88253" y="2851265"/>
                </a:cubicBezTo>
                <a:cubicBezTo>
                  <a:pt x="217127" y="2461910"/>
                  <a:pt x="374930" y="2084278"/>
                  <a:pt x="561662" y="1718356"/>
                </a:cubicBezTo>
                <a:cubicBezTo>
                  <a:pt x="731361" y="1385798"/>
                  <a:pt x="924955" y="1062919"/>
                  <a:pt x="1142458" y="749720"/>
                </a:cubicBezTo>
                <a:cubicBezTo>
                  <a:pt x="1484564" y="257047"/>
                  <a:pt x="2010933" y="8094"/>
                  <a:pt x="2544449" y="19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31" name="图片 30" descr="女人坐在桌子前&#10;&#10;中度可信度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7487" t="2168" r="15432"/>
          <a:stretch>
            <a:fillRect/>
          </a:stretch>
        </p:blipFill>
        <p:spPr>
          <a:xfrm>
            <a:off x="6915630" y="1586921"/>
            <a:ext cx="4580370" cy="4679992"/>
          </a:xfrm>
          <a:custGeom>
            <a:avLst/>
            <a:gdLst>
              <a:gd name="connsiteX0" fmla="*/ 1773704 w 4580370"/>
              <a:gd name="connsiteY0" fmla="*/ 848 h 4679992"/>
              <a:gd name="connsiteX1" fmla="*/ 2552728 w 4580370"/>
              <a:gd name="connsiteY1" fmla="*/ 233594 h 4679992"/>
              <a:gd name="connsiteX2" fmla="*/ 3346074 w 4580370"/>
              <a:gd name="connsiteY2" fmla="*/ 767022 h 4679992"/>
              <a:gd name="connsiteX3" fmla="*/ 4065717 w 4580370"/>
              <a:gd name="connsiteY3" fmla="*/ 1363599 h 4679992"/>
              <a:gd name="connsiteX4" fmla="*/ 3831264 w 4580370"/>
              <a:gd name="connsiteY4" fmla="*/ 3827806 h 4679992"/>
              <a:gd name="connsiteX5" fmla="*/ 2992777 w 4580370"/>
              <a:gd name="connsiteY5" fmla="*/ 4255307 h 4679992"/>
              <a:gd name="connsiteX6" fmla="*/ 1938329 w 4580370"/>
              <a:gd name="connsiteY6" fmla="*/ 4624470 h 4679992"/>
              <a:gd name="connsiteX7" fmla="*/ 6496 w 4580370"/>
              <a:gd name="connsiteY7" fmla="*/ 3232593 h 4679992"/>
              <a:gd name="connsiteX8" fmla="*/ 42801 w 4580370"/>
              <a:gd name="connsiteY8" fmla="*/ 2149252 h 4679992"/>
              <a:gd name="connsiteX9" fmla="*/ 219155 w 4580370"/>
              <a:gd name="connsiteY9" fmla="*/ 1167917 h 4679992"/>
              <a:gd name="connsiteX10" fmla="*/ 1141961 w 4580370"/>
              <a:gd name="connsiteY10" fmla="*/ 110501 h 4679992"/>
              <a:gd name="connsiteX11" fmla="*/ 1661202 w 4580370"/>
              <a:gd name="connsiteY11" fmla="*/ 1170 h 4679992"/>
              <a:gd name="connsiteX12" fmla="*/ 1773704 w 4580370"/>
              <a:gd name="connsiteY12" fmla="*/ 848 h 467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80370" h="4679992">
                <a:moveTo>
                  <a:pt x="1773704" y="848"/>
                </a:moveTo>
                <a:cubicBezTo>
                  <a:pt x="2036998" y="9474"/>
                  <a:pt x="2304690" y="84155"/>
                  <a:pt x="2552728" y="233594"/>
                </a:cubicBezTo>
                <a:cubicBezTo>
                  <a:pt x="2827702" y="399259"/>
                  <a:pt x="3092149" y="577073"/>
                  <a:pt x="3346074" y="767022"/>
                </a:cubicBezTo>
                <a:cubicBezTo>
                  <a:pt x="3596165" y="954098"/>
                  <a:pt x="3836044" y="1152955"/>
                  <a:pt x="4065717" y="1363599"/>
                </a:cubicBezTo>
                <a:cubicBezTo>
                  <a:pt x="4834832" y="2068972"/>
                  <a:pt x="4729928" y="3297254"/>
                  <a:pt x="3831264" y="3827806"/>
                </a:cubicBezTo>
                <a:cubicBezTo>
                  <a:pt x="3560188" y="3987840"/>
                  <a:pt x="3280691" y="4130341"/>
                  <a:pt x="2992777" y="4255307"/>
                </a:cubicBezTo>
                <a:cubicBezTo>
                  <a:pt x="2653031" y="4402770"/>
                  <a:pt x="2301548" y="4525824"/>
                  <a:pt x="1938329" y="4624470"/>
                </a:cubicBezTo>
                <a:cubicBezTo>
                  <a:pt x="990142" y="4881975"/>
                  <a:pt x="48405" y="4214234"/>
                  <a:pt x="6496" y="3232593"/>
                </a:cubicBezTo>
                <a:cubicBezTo>
                  <a:pt x="-8950" y="2870857"/>
                  <a:pt x="3154" y="2509747"/>
                  <a:pt x="42801" y="2149252"/>
                </a:cubicBezTo>
                <a:cubicBezTo>
                  <a:pt x="78829" y="1821628"/>
                  <a:pt x="137609" y="1494517"/>
                  <a:pt x="219155" y="1167917"/>
                </a:cubicBezTo>
                <a:cubicBezTo>
                  <a:pt x="347402" y="654172"/>
                  <a:pt x="704019" y="283960"/>
                  <a:pt x="1141961" y="110501"/>
                </a:cubicBezTo>
                <a:cubicBezTo>
                  <a:pt x="1306190" y="45453"/>
                  <a:pt x="1481854" y="8074"/>
                  <a:pt x="1661202" y="1170"/>
                </a:cubicBezTo>
                <a:cubicBezTo>
                  <a:pt x="1698566" y="-269"/>
                  <a:pt x="1736090" y="-384"/>
                  <a:pt x="1773704" y="848"/>
                </a:cubicBezTo>
                <a:close/>
              </a:path>
            </a:pathLst>
          </a:custGeom>
          <a:ln w="9525" cap="flat" cmpd="sng" algn="ctr">
            <a:solidFill>
              <a:schemeClr val="accent1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479299" y="1793501"/>
            <a:ext cx="5170214" cy="652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The system allows users to deposit money into an existing account.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443739" y="5344145"/>
            <a:ext cx="5170214" cy="652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Current accounts allow extra withdrawal using overdraft limit.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433070" y="4388485"/>
            <a:ext cx="5170170" cy="784225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en-US" sz="1600">
                <a:latin typeface="Inter Bold (Heading)" charset="0"/>
                <a:cs typeface="Inter Bold (Heading)" charset="0"/>
                <a:sym typeface="+mn-ea"/>
              </a:rPr>
              <a:t>The system updates and displays the new balance after each transaction.</a:t>
            </a:r>
            <a:endParaRPr lang="en-US" altLang="en-US" sz="1600" b="1">
              <a:solidFill>
                <a:schemeClr val="accent1"/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433070" y="2723515"/>
            <a:ext cx="5170170" cy="651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Only valid positive amounts can be deposited or withdrawn.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432944" y="3583171"/>
            <a:ext cx="5170214" cy="652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Users can withdraw money if sufficient balance is available.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524742"/>
            <a:ext cx="5281533" cy="980448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en-US" sz="3600" spc="0" dirty="0">
                <a:latin typeface="Inter Bold (Heading)" charset="0"/>
                <a:cs typeface="Inter Bold (Heading)" charset="0"/>
                <a:sym typeface="+mn-ea"/>
              </a:rPr>
              <a:t>Balance Enquiry</a:t>
            </a:r>
            <a:endParaRPr lang="en-US" sz="3600" spc="0" dirty="0"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>
            <a:off x="8441699" y="530206"/>
            <a:ext cx="1871225" cy="1871225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>
            <a:off x="10228793" y="-3888"/>
            <a:ext cx="1830008" cy="884407"/>
          </a:xfrm>
          <a:custGeom>
            <a:avLst/>
            <a:gdLst>
              <a:gd name="connsiteX0" fmla="*/ 0 w 1830008"/>
              <a:gd name="connsiteY0" fmla="*/ 0 h 884407"/>
              <a:gd name="connsiteX1" fmla="*/ 1830008 w 1830008"/>
              <a:gd name="connsiteY1" fmla="*/ 0 h 884407"/>
              <a:gd name="connsiteX2" fmla="*/ 1826903 w 1830008"/>
              <a:gd name="connsiteY2" fmla="*/ 61496 h 884407"/>
              <a:gd name="connsiteX3" fmla="*/ 915004 w 1830008"/>
              <a:gd name="connsiteY3" fmla="*/ 884407 h 884407"/>
              <a:gd name="connsiteX4" fmla="*/ 3105 w 1830008"/>
              <a:gd name="connsiteY4" fmla="*/ 61496 h 884407"/>
              <a:gd name="connsiteX5" fmla="*/ 0 w 1830008"/>
              <a:gd name="connsiteY5" fmla="*/ 0 h 88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0008" h="884407">
                <a:moveTo>
                  <a:pt x="0" y="0"/>
                </a:moveTo>
                <a:lnTo>
                  <a:pt x="1830008" y="0"/>
                </a:lnTo>
                <a:lnTo>
                  <a:pt x="1826903" y="61496"/>
                </a:lnTo>
                <a:cubicBezTo>
                  <a:pt x="1779962" y="523713"/>
                  <a:pt x="1389605" y="884407"/>
                  <a:pt x="915004" y="884407"/>
                </a:cubicBezTo>
                <a:cubicBezTo>
                  <a:pt x="440403" y="884407"/>
                  <a:pt x="50046" y="523713"/>
                  <a:pt x="3105" y="6149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>
            <a:off x="5519420" y="5098415"/>
            <a:ext cx="3309620" cy="1759585"/>
          </a:xfrm>
          <a:custGeom>
            <a:avLst/>
            <a:gdLst>
              <a:gd name="connsiteX0" fmla="*/ 1772998 w 3545996"/>
              <a:gd name="connsiteY0" fmla="*/ 0 h 1920395"/>
              <a:gd name="connsiteX1" fmla="*/ 3545996 w 3545996"/>
              <a:gd name="connsiteY1" fmla="*/ 1772998 h 1920395"/>
              <a:gd name="connsiteX2" fmla="*/ 3538553 w 3545996"/>
              <a:gd name="connsiteY2" fmla="*/ 1920395 h 1920395"/>
              <a:gd name="connsiteX3" fmla="*/ 7443 w 3545996"/>
              <a:gd name="connsiteY3" fmla="*/ 1920395 h 1920395"/>
              <a:gd name="connsiteX4" fmla="*/ 0 w 3545996"/>
              <a:gd name="connsiteY4" fmla="*/ 1772998 h 1920395"/>
              <a:gd name="connsiteX5" fmla="*/ 1772998 w 3545996"/>
              <a:gd name="connsiteY5" fmla="*/ 0 h 19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5996" h="1920395">
                <a:moveTo>
                  <a:pt x="1772998" y="0"/>
                </a:moveTo>
                <a:cubicBezTo>
                  <a:pt x="2752198" y="0"/>
                  <a:pt x="3545996" y="793798"/>
                  <a:pt x="3545996" y="1772998"/>
                </a:cubicBezTo>
                <a:lnTo>
                  <a:pt x="3538553" y="1920395"/>
                </a:lnTo>
                <a:lnTo>
                  <a:pt x="7443" y="1920395"/>
                </a:lnTo>
                <a:lnTo>
                  <a:pt x="0" y="1772998"/>
                </a:lnTo>
                <a:cubicBezTo>
                  <a:pt x="0" y="793798"/>
                  <a:pt x="793798" y="0"/>
                  <a:pt x="1772998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5"/>
            </p:custDataLst>
          </p:nvPr>
        </p:nvSpPr>
        <p:spPr>
          <a:xfrm>
            <a:off x="62542" y="1"/>
            <a:ext cx="1169874" cy="778919"/>
          </a:xfrm>
          <a:custGeom>
            <a:avLst/>
            <a:gdLst>
              <a:gd name="connsiteX0" fmla="*/ 35505 w 1169874"/>
              <a:gd name="connsiteY0" fmla="*/ 0 h 778919"/>
              <a:gd name="connsiteX1" fmla="*/ 1134369 w 1169874"/>
              <a:gd name="connsiteY1" fmla="*/ 0 h 778919"/>
              <a:gd name="connsiteX2" fmla="*/ 1157990 w 1169874"/>
              <a:gd name="connsiteY2" fmla="*/ 76097 h 778919"/>
              <a:gd name="connsiteX3" fmla="*/ 1169874 w 1169874"/>
              <a:gd name="connsiteY3" fmla="*/ 193982 h 778919"/>
              <a:gd name="connsiteX4" fmla="*/ 584937 w 1169874"/>
              <a:gd name="connsiteY4" fmla="*/ 778919 h 778919"/>
              <a:gd name="connsiteX5" fmla="*/ 0 w 1169874"/>
              <a:gd name="connsiteY5" fmla="*/ 193982 h 778919"/>
              <a:gd name="connsiteX6" fmla="*/ 11884 w 1169874"/>
              <a:gd name="connsiteY6" fmla="*/ 76097 h 778919"/>
              <a:gd name="connsiteX7" fmla="*/ 35505 w 1169874"/>
              <a:gd name="connsiteY7" fmla="*/ 0 h 77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9874" h="778919">
                <a:moveTo>
                  <a:pt x="35505" y="0"/>
                </a:moveTo>
                <a:lnTo>
                  <a:pt x="1134369" y="0"/>
                </a:lnTo>
                <a:lnTo>
                  <a:pt x="1157990" y="76097"/>
                </a:lnTo>
                <a:cubicBezTo>
                  <a:pt x="1165782" y="114175"/>
                  <a:pt x="1169874" y="153601"/>
                  <a:pt x="1169874" y="193982"/>
                </a:cubicBezTo>
                <a:cubicBezTo>
                  <a:pt x="1169874" y="517034"/>
                  <a:pt x="907989" y="778919"/>
                  <a:pt x="584937" y="778919"/>
                </a:cubicBezTo>
                <a:cubicBezTo>
                  <a:pt x="261885" y="778919"/>
                  <a:pt x="0" y="517034"/>
                  <a:pt x="0" y="193982"/>
                </a:cubicBezTo>
                <a:cubicBezTo>
                  <a:pt x="0" y="153601"/>
                  <a:pt x="4092" y="114175"/>
                  <a:pt x="11884" y="76097"/>
                </a:cubicBezTo>
                <a:lnTo>
                  <a:pt x="35505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" b="157"/>
          <a:stretch>
            <a:fillRect/>
          </a:stretch>
        </p:blipFill>
        <p:spPr>
          <a:xfrm>
            <a:off x="6215143" y="513580"/>
            <a:ext cx="5410888" cy="5393938"/>
          </a:xfrm>
          <a:custGeom>
            <a:avLst/>
            <a:gdLst>
              <a:gd name="connsiteX0" fmla="*/ 989815 w 5410888"/>
              <a:gd name="connsiteY0" fmla="*/ 0 h 5393938"/>
              <a:gd name="connsiteX1" fmla="*/ 1974519 w 5410888"/>
              <a:gd name="connsiteY1" fmla="*/ 888612 h 5393938"/>
              <a:gd name="connsiteX2" fmla="*/ 1979442 w 5410888"/>
              <a:gd name="connsiteY2" fmla="*/ 986104 h 5393938"/>
              <a:gd name="connsiteX3" fmla="*/ 1980571 w 5410888"/>
              <a:gd name="connsiteY3" fmla="*/ 985995 h 5393938"/>
              <a:gd name="connsiteX4" fmla="*/ 1985485 w 5410888"/>
              <a:gd name="connsiteY4" fmla="*/ 1083303 h 5393938"/>
              <a:gd name="connsiteX5" fmla="*/ 3113630 w 5410888"/>
              <a:gd name="connsiteY5" fmla="*/ 2101358 h 5393938"/>
              <a:gd name="connsiteX6" fmla="*/ 3229575 w 5410888"/>
              <a:gd name="connsiteY6" fmla="*/ 2095503 h 5393938"/>
              <a:gd name="connsiteX7" fmla="*/ 3269085 w 5410888"/>
              <a:gd name="connsiteY7" fmla="*/ 2089473 h 5393938"/>
              <a:gd name="connsiteX8" fmla="*/ 3272119 w 5410888"/>
              <a:gd name="connsiteY8" fmla="*/ 2092831 h 5393938"/>
              <a:gd name="connsiteX9" fmla="*/ 3389084 w 5410888"/>
              <a:gd name="connsiteY9" fmla="*/ 2062756 h 5393938"/>
              <a:gd name="connsiteX10" fmla="*/ 3728204 w 5410888"/>
              <a:gd name="connsiteY10" fmla="*/ 2028570 h 5393938"/>
              <a:gd name="connsiteX11" fmla="*/ 5410888 w 5410888"/>
              <a:gd name="connsiteY11" fmla="*/ 3711254 h 5393938"/>
              <a:gd name="connsiteX12" fmla="*/ 3728204 w 5410888"/>
              <a:gd name="connsiteY12" fmla="*/ 5393938 h 5393938"/>
              <a:gd name="connsiteX13" fmla="*/ 2045520 w 5410888"/>
              <a:gd name="connsiteY13" fmla="*/ 3711254 h 5393938"/>
              <a:gd name="connsiteX14" fmla="*/ 2079706 w 5410888"/>
              <a:gd name="connsiteY14" fmla="*/ 3372135 h 5393938"/>
              <a:gd name="connsiteX15" fmla="*/ 2088475 w 5410888"/>
              <a:gd name="connsiteY15" fmla="*/ 3338034 h 5393938"/>
              <a:gd name="connsiteX16" fmla="*/ 2100768 w 5410888"/>
              <a:gd name="connsiteY16" fmla="*/ 3175552 h 5393938"/>
              <a:gd name="connsiteX17" fmla="*/ 1022845 w 5410888"/>
              <a:gd name="connsiteY17" fmla="*/ 1981065 h 5393938"/>
              <a:gd name="connsiteX18" fmla="*/ 992119 w 5410888"/>
              <a:gd name="connsiteY18" fmla="*/ 1979514 h 5393938"/>
              <a:gd name="connsiteX19" fmla="*/ 989815 w 5410888"/>
              <a:gd name="connsiteY19" fmla="*/ 1979630 h 5393938"/>
              <a:gd name="connsiteX20" fmla="*/ 0 w 5410888"/>
              <a:gd name="connsiteY20" fmla="*/ 989815 h 5393938"/>
              <a:gd name="connsiteX21" fmla="*/ 989815 w 5410888"/>
              <a:gd name="connsiteY21" fmla="*/ 0 h 539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410888" h="5393938">
                <a:moveTo>
                  <a:pt x="989815" y="0"/>
                </a:moveTo>
                <a:cubicBezTo>
                  <a:pt x="1502309" y="0"/>
                  <a:pt x="1923831" y="389492"/>
                  <a:pt x="1974519" y="888612"/>
                </a:cubicBezTo>
                <a:lnTo>
                  <a:pt x="1979442" y="986104"/>
                </a:lnTo>
                <a:lnTo>
                  <a:pt x="1980571" y="985995"/>
                </a:lnTo>
                <a:lnTo>
                  <a:pt x="1985485" y="1083303"/>
                </a:lnTo>
                <a:cubicBezTo>
                  <a:pt x="2043557" y="1655129"/>
                  <a:pt x="2526482" y="2101358"/>
                  <a:pt x="3113630" y="2101358"/>
                </a:cubicBezTo>
                <a:cubicBezTo>
                  <a:pt x="3152773" y="2101358"/>
                  <a:pt x="3191453" y="2099375"/>
                  <a:pt x="3229575" y="2095503"/>
                </a:cubicBezTo>
                <a:lnTo>
                  <a:pt x="3269085" y="2089473"/>
                </a:lnTo>
                <a:lnTo>
                  <a:pt x="3272119" y="2092831"/>
                </a:lnTo>
                <a:lnTo>
                  <a:pt x="3389084" y="2062756"/>
                </a:lnTo>
                <a:cubicBezTo>
                  <a:pt x="3498623" y="2040341"/>
                  <a:pt x="3612039" y="2028570"/>
                  <a:pt x="3728204" y="2028570"/>
                </a:cubicBezTo>
                <a:cubicBezTo>
                  <a:pt x="4657525" y="2028570"/>
                  <a:pt x="5410888" y="2781933"/>
                  <a:pt x="5410888" y="3711254"/>
                </a:cubicBezTo>
                <a:cubicBezTo>
                  <a:pt x="5410888" y="4640575"/>
                  <a:pt x="4657525" y="5393938"/>
                  <a:pt x="3728204" y="5393938"/>
                </a:cubicBezTo>
                <a:cubicBezTo>
                  <a:pt x="2798883" y="5393938"/>
                  <a:pt x="2045520" y="4640575"/>
                  <a:pt x="2045520" y="3711254"/>
                </a:cubicBezTo>
                <a:cubicBezTo>
                  <a:pt x="2045520" y="3595089"/>
                  <a:pt x="2057292" y="3481673"/>
                  <a:pt x="2079706" y="3372135"/>
                </a:cubicBezTo>
                <a:lnTo>
                  <a:pt x="2088475" y="3338034"/>
                </a:lnTo>
                <a:lnTo>
                  <a:pt x="2100768" y="3175552"/>
                </a:lnTo>
                <a:cubicBezTo>
                  <a:pt x="2100768" y="2553876"/>
                  <a:pt x="1628299" y="2042552"/>
                  <a:pt x="1022845" y="1981065"/>
                </a:cubicBezTo>
                <a:lnTo>
                  <a:pt x="992119" y="1979514"/>
                </a:lnTo>
                <a:lnTo>
                  <a:pt x="989815" y="1979630"/>
                </a:lnTo>
                <a:cubicBezTo>
                  <a:pt x="443155" y="1979630"/>
                  <a:pt x="0" y="1536475"/>
                  <a:pt x="0" y="989815"/>
                </a:cubicBezTo>
                <a:cubicBezTo>
                  <a:pt x="0" y="443155"/>
                  <a:pt x="443155" y="0"/>
                  <a:pt x="989815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609945" y="3389673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If the account is found, the current balance is displayed.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609945" y="2512092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It first searches for the account in the bank system.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638520" y="5354374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 lnSpcReduction="2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Inter Bold (Heading)" charset="0"/>
                <a:cs typeface="Inter Bold (Heading)" charset="0"/>
                <a:sym typeface="+mn-ea"/>
              </a:rPr>
              <a:t>If the account number is invalid, the system shows account not found message.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609945" y="1583075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The system allows users to check their account balance using account number.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2" name="矩形 9"/>
          <p:cNvSpPr/>
          <p:nvPr>
            <p:custDataLst>
              <p:tags r:id="rId12"/>
            </p:custDataLst>
          </p:nvPr>
        </p:nvSpPr>
        <p:spPr>
          <a:xfrm>
            <a:off x="609945" y="4372029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No changes are made to the account during balance inquiry.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524742"/>
            <a:ext cx="5281533" cy="980448"/>
          </a:xfrm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3600" spc="0" dirty="0">
                <a:latin typeface="Inter Bold (Heading)" charset="0"/>
                <a:cs typeface="Inter Bold (Heading)" charset="0"/>
                <a:sym typeface="+mn-ea"/>
              </a:rPr>
              <a:t>Interest &amp; Overdraft Facility</a:t>
            </a:r>
            <a:endParaRPr lang="en-US" sz="3600" spc="0" dirty="0"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>
            <a:off x="8441699" y="530206"/>
            <a:ext cx="1871225" cy="1871225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>
            <a:off x="10228793" y="-3888"/>
            <a:ext cx="1830008" cy="884407"/>
          </a:xfrm>
          <a:custGeom>
            <a:avLst/>
            <a:gdLst>
              <a:gd name="connsiteX0" fmla="*/ 0 w 1830008"/>
              <a:gd name="connsiteY0" fmla="*/ 0 h 884407"/>
              <a:gd name="connsiteX1" fmla="*/ 1830008 w 1830008"/>
              <a:gd name="connsiteY1" fmla="*/ 0 h 884407"/>
              <a:gd name="connsiteX2" fmla="*/ 1826903 w 1830008"/>
              <a:gd name="connsiteY2" fmla="*/ 61496 h 884407"/>
              <a:gd name="connsiteX3" fmla="*/ 915004 w 1830008"/>
              <a:gd name="connsiteY3" fmla="*/ 884407 h 884407"/>
              <a:gd name="connsiteX4" fmla="*/ 3105 w 1830008"/>
              <a:gd name="connsiteY4" fmla="*/ 61496 h 884407"/>
              <a:gd name="connsiteX5" fmla="*/ 0 w 1830008"/>
              <a:gd name="connsiteY5" fmla="*/ 0 h 88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0008" h="884407">
                <a:moveTo>
                  <a:pt x="0" y="0"/>
                </a:moveTo>
                <a:lnTo>
                  <a:pt x="1830008" y="0"/>
                </a:lnTo>
                <a:lnTo>
                  <a:pt x="1826903" y="61496"/>
                </a:lnTo>
                <a:cubicBezTo>
                  <a:pt x="1779962" y="523713"/>
                  <a:pt x="1389605" y="884407"/>
                  <a:pt x="915004" y="884407"/>
                </a:cubicBezTo>
                <a:cubicBezTo>
                  <a:pt x="440403" y="884407"/>
                  <a:pt x="50046" y="523713"/>
                  <a:pt x="3105" y="6149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>
            <a:off x="5519420" y="5098415"/>
            <a:ext cx="3309620" cy="1759585"/>
          </a:xfrm>
          <a:custGeom>
            <a:avLst/>
            <a:gdLst>
              <a:gd name="connsiteX0" fmla="*/ 1772998 w 3545996"/>
              <a:gd name="connsiteY0" fmla="*/ 0 h 1920395"/>
              <a:gd name="connsiteX1" fmla="*/ 3545996 w 3545996"/>
              <a:gd name="connsiteY1" fmla="*/ 1772998 h 1920395"/>
              <a:gd name="connsiteX2" fmla="*/ 3538553 w 3545996"/>
              <a:gd name="connsiteY2" fmla="*/ 1920395 h 1920395"/>
              <a:gd name="connsiteX3" fmla="*/ 7443 w 3545996"/>
              <a:gd name="connsiteY3" fmla="*/ 1920395 h 1920395"/>
              <a:gd name="connsiteX4" fmla="*/ 0 w 3545996"/>
              <a:gd name="connsiteY4" fmla="*/ 1772998 h 1920395"/>
              <a:gd name="connsiteX5" fmla="*/ 1772998 w 3545996"/>
              <a:gd name="connsiteY5" fmla="*/ 0 h 19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5996" h="1920395">
                <a:moveTo>
                  <a:pt x="1772998" y="0"/>
                </a:moveTo>
                <a:cubicBezTo>
                  <a:pt x="2752198" y="0"/>
                  <a:pt x="3545996" y="793798"/>
                  <a:pt x="3545996" y="1772998"/>
                </a:cubicBezTo>
                <a:lnTo>
                  <a:pt x="3538553" y="1920395"/>
                </a:lnTo>
                <a:lnTo>
                  <a:pt x="7443" y="1920395"/>
                </a:lnTo>
                <a:lnTo>
                  <a:pt x="0" y="1772998"/>
                </a:lnTo>
                <a:cubicBezTo>
                  <a:pt x="0" y="793798"/>
                  <a:pt x="793798" y="0"/>
                  <a:pt x="1772998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5"/>
            </p:custDataLst>
          </p:nvPr>
        </p:nvSpPr>
        <p:spPr>
          <a:xfrm>
            <a:off x="62542" y="1"/>
            <a:ext cx="1169874" cy="778919"/>
          </a:xfrm>
          <a:custGeom>
            <a:avLst/>
            <a:gdLst>
              <a:gd name="connsiteX0" fmla="*/ 35505 w 1169874"/>
              <a:gd name="connsiteY0" fmla="*/ 0 h 778919"/>
              <a:gd name="connsiteX1" fmla="*/ 1134369 w 1169874"/>
              <a:gd name="connsiteY1" fmla="*/ 0 h 778919"/>
              <a:gd name="connsiteX2" fmla="*/ 1157990 w 1169874"/>
              <a:gd name="connsiteY2" fmla="*/ 76097 h 778919"/>
              <a:gd name="connsiteX3" fmla="*/ 1169874 w 1169874"/>
              <a:gd name="connsiteY3" fmla="*/ 193982 h 778919"/>
              <a:gd name="connsiteX4" fmla="*/ 584937 w 1169874"/>
              <a:gd name="connsiteY4" fmla="*/ 778919 h 778919"/>
              <a:gd name="connsiteX5" fmla="*/ 0 w 1169874"/>
              <a:gd name="connsiteY5" fmla="*/ 193982 h 778919"/>
              <a:gd name="connsiteX6" fmla="*/ 11884 w 1169874"/>
              <a:gd name="connsiteY6" fmla="*/ 76097 h 778919"/>
              <a:gd name="connsiteX7" fmla="*/ 35505 w 1169874"/>
              <a:gd name="connsiteY7" fmla="*/ 0 h 77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9874" h="778919">
                <a:moveTo>
                  <a:pt x="35505" y="0"/>
                </a:moveTo>
                <a:lnTo>
                  <a:pt x="1134369" y="0"/>
                </a:lnTo>
                <a:lnTo>
                  <a:pt x="1157990" y="76097"/>
                </a:lnTo>
                <a:cubicBezTo>
                  <a:pt x="1165782" y="114175"/>
                  <a:pt x="1169874" y="153601"/>
                  <a:pt x="1169874" y="193982"/>
                </a:cubicBezTo>
                <a:cubicBezTo>
                  <a:pt x="1169874" y="517034"/>
                  <a:pt x="907989" y="778919"/>
                  <a:pt x="584937" y="778919"/>
                </a:cubicBezTo>
                <a:cubicBezTo>
                  <a:pt x="261885" y="778919"/>
                  <a:pt x="0" y="517034"/>
                  <a:pt x="0" y="193982"/>
                </a:cubicBezTo>
                <a:cubicBezTo>
                  <a:pt x="0" y="153601"/>
                  <a:pt x="4092" y="114175"/>
                  <a:pt x="11884" y="76097"/>
                </a:cubicBezTo>
                <a:lnTo>
                  <a:pt x="35505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" b="157"/>
          <a:stretch>
            <a:fillRect/>
          </a:stretch>
        </p:blipFill>
        <p:spPr>
          <a:xfrm>
            <a:off x="6215143" y="513580"/>
            <a:ext cx="5410888" cy="5393938"/>
          </a:xfrm>
          <a:custGeom>
            <a:avLst/>
            <a:gdLst>
              <a:gd name="connsiteX0" fmla="*/ 989815 w 5410888"/>
              <a:gd name="connsiteY0" fmla="*/ 0 h 5393938"/>
              <a:gd name="connsiteX1" fmla="*/ 1974519 w 5410888"/>
              <a:gd name="connsiteY1" fmla="*/ 888612 h 5393938"/>
              <a:gd name="connsiteX2" fmla="*/ 1979442 w 5410888"/>
              <a:gd name="connsiteY2" fmla="*/ 986104 h 5393938"/>
              <a:gd name="connsiteX3" fmla="*/ 1980571 w 5410888"/>
              <a:gd name="connsiteY3" fmla="*/ 985995 h 5393938"/>
              <a:gd name="connsiteX4" fmla="*/ 1985485 w 5410888"/>
              <a:gd name="connsiteY4" fmla="*/ 1083303 h 5393938"/>
              <a:gd name="connsiteX5" fmla="*/ 3113630 w 5410888"/>
              <a:gd name="connsiteY5" fmla="*/ 2101358 h 5393938"/>
              <a:gd name="connsiteX6" fmla="*/ 3229575 w 5410888"/>
              <a:gd name="connsiteY6" fmla="*/ 2095503 h 5393938"/>
              <a:gd name="connsiteX7" fmla="*/ 3269085 w 5410888"/>
              <a:gd name="connsiteY7" fmla="*/ 2089473 h 5393938"/>
              <a:gd name="connsiteX8" fmla="*/ 3272119 w 5410888"/>
              <a:gd name="connsiteY8" fmla="*/ 2092831 h 5393938"/>
              <a:gd name="connsiteX9" fmla="*/ 3389084 w 5410888"/>
              <a:gd name="connsiteY9" fmla="*/ 2062756 h 5393938"/>
              <a:gd name="connsiteX10" fmla="*/ 3728204 w 5410888"/>
              <a:gd name="connsiteY10" fmla="*/ 2028570 h 5393938"/>
              <a:gd name="connsiteX11" fmla="*/ 5410888 w 5410888"/>
              <a:gd name="connsiteY11" fmla="*/ 3711254 h 5393938"/>
              <a:gd name="connsiteX12" fmla="*/ 3728204 w 5410888"/>
              <a:gd name="connsiteY12" fmla="*/ 5393938 h 5393938"/>
              <a:gd name="connsiteX13" fmla="*/ 2045520 w 5410888"/>
              <a:gd name="connsiteY13" fmla="*/ 3711254 h 5393938"/>
              <a:gd name="connsiteX14" fmla="*/ 2079706 w 5410888"/>
              <a:gd name="connsiteY14" fmla="*/ 3372135 h 5393938"/>
              <a:gd name="connsiteX15" fmla="*/ 2088475 w 5410888"/>
              <a:gd name="connsiteY15" fmla="*/ 3338034 h 5393938"/>
              <a:gd name="connsiteX16" fmla="*/ 2100768 w 5410888"/>
              <a:gd name="connsiteY16" fmla="*/ 3175552 h 5393938"/>
              <a:gd name="connsiteX17" fmla="*/ 1022845 w 5410888"/>
              <a:gd name="connsiteY17" fmla="*/ 1981065 h 5393938"/>
              <a:gd name="connsiteX18" fmla="*/ 992119 w 5410888"/>
              <a:gd name="connsiteY18" fmla="*/ 1979514 h 5393938"/>
              <a:gd name="connsiteX19" fmla="*/ 989815 w 5410888"/>
              <a:gd name="connsiteY19" fmla="*/ 1979630 h 5393938"/>
              <a:gd name="connsiteX20" fmla="*/ 0 w 5410888"/>
              <a:gd name="connsiteY20" fmla="*/ 989815 h 5393938"/>
              <a:gd name="connsiteX21" fmla="*/ 989815 w 5410888"/>
              <a:gd name="connsiteY21" fmla="*/ 0 h 539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410888" h="5393938">
                <a:moveTo>
                  <a:pt x="989815" y="0"/>
                </a:moveTo>
                <a:cubicBezTo>
                  <a:pt x="1502309" y="0"/>
                  <a:pt x="1923831" y="389492"/>
                  <a:pt x="1974519" y="888612"/>
                </a:cubicBezTo>
                <a:lnTo>
                  <a:pt x="1979442" y="986104"/>
                </a:lnTo>
                <a:lnTo>
                  <a:pt x="1980571" y="985995"/>
                </a:lnTo>
                <a:lnTo>
                  <a:pt x="1985485" y="1083303"/>
                </a:lnTo>
                <a:cubicBezTo>
                  <a:pt x="2043557" y="1655129"/>
                  <a:pt x="2526482" y="2101358"/>
                  <a:pt x="3113630" y="2101358"/>
                </a:cubicBezTo>
                <a:cubicBezTo>
                  <a:pt x="3152773" y="2101358"/>
                  <a:pt x="3191453" y="2099375"/>
                  <a:pt x="3229575" y="2095503"/>
                </a:cubicBezTo>
                <a:lnTo>
                  <a:pt x="3269085" y="2089473"/>
                </a:lnTo>
                <a:lnTo>
                  <a:pt x="3272119" y="2092831"/>
                </a:lnTo>
                <a:lnTo>
                  <a:pt x="3389084" y="2062756"/>
                </a:lnTo>
                <a:cubicBezTo>
                  <a:pt x="3498623" y="2040341"/>
                  <a:pt x="3612039" y="2028570"/>
                  <a:pt x="3728204" y="2028570"/>
                </a:cubicBezTo>
                <a:cubicBezTo>
                  <a:pt x="4657525" y="2028570"/>
                  <a:pt x="5410888" y="2781933"/>
                  <a:pt x="5410888" y="3711254"/>
                </a:cubicBezTo>
                <a:cubicBezTo>
                  <a:pt x="5410888" y="4640575"/>
                  <a:pt x="4657525" y="5393938"/>
                  <a:pt x="3728204" y="5393938"/>
                </a:cubicBezTo>
                <a:cubicBezTo>
                  <a:pt x="2798883" y="5393938"/>
                  <a:pt x="2045520" y="4640575"/>
                  <a:pt x="2045520" y="3711254"/>
                </a:cubicBezTo>
                <a:cubicBezTo>
                  <a:pt x="2045520" y="3595089"/>
                  <a:pt x="2057292" y="3481673"/>
                  <a:pt x="2079706" y="3372135"/>
                </a:cubicBezTo>
                <a:lnTo>
                  <a:pt x="2088475" y="3338034"/>
                </a:lnTo>
                <a:lnTo>
                  <a:pt x="2100768" y="3175552"/>
                </a:lnTo>
                <a:cubicBezTo>
                  <a:pt x="2100768" y="2553876"/>
                  <a:pt x="1628299" y="2042552"/>
                  <a:pt x="1022845" y="1981065"/>
                </a:cubicBezTo>
                <a:lnTo>
                  <a:pt x="992119" y="1979514"/>
                </a:lnTo>
                <a:lnTo>
                  <a:pt x="989815" y="1979630"/>
                </a:lnTo>
                <a:cubicBezTo>
                  <a:pt x="443155" y="1979630"/>
                  <a:pt x="0" y="1536475"/>
                  <a:pt x="0" y="989815"/>
                </a:cubicBezTo>
                <a:cubicBezTo>
                  <a:pt x="0" y="443155"/>
                  <a:pt x="443155" y="0"/>
                  <a:pt x="989815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691860" y="3695108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The calculated interest is added to the savings account balance.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691860" y="2707672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Interest is calculated based on the current account balance.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691860" y="5536619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</a:pPr>
            <a:r>
              <a:rPr lang="en-US" altLang="en-US" sz="1600">
                <a:latin typeface="Inter Bold (Heading)" charset="0"/>
                <a:cs typeface="Inter Bold (Heading)" charset="0"/>
                <a:sym typeface="+mn-ea"/>
              </a:rPr>
              <a:t>Users can withdraw money up to the overdraft limit even if balance is low.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691860" y="1782465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The system provides an interest facility for Savings Accounts.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2" name="矩形 9"/>
          <p:cNvSpPr/>
          <p:nvPr>
            <p:custDataLst>
              <p:tags r:id="rId12"/>
            </p:custDataLst>
          </p:nvPr>
        </p:nvSpPr>
        <p:spPr>
          <a:xfrm>
            <a:off x="676620" y="4614599"/>
            <a:ext cx="5261716" cy="852615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Current accounts offer an overdraft facility for extra withdrawal.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5" t="23" r="7745" b="185"/>
          <a:stretch>
            <a:fillRect/>
          </a:stretch>
        </p:blipFill>
        <p:spPr>
          <a:xfrm>
            <a:off x="0" y="6660"/>
            <a:ext cx="7312143" cy="6843722"/>
          </a:xfrm>
          <a:custGeom>
            <a:avLst/>
            <a:gdLst>
              <a:gd name="connsiteX0" fmla="*/ 3588432 w 7312143"/>
              <a:gd name="connsiteY0" fmla="*/ 2 h 6843722"/>
              <a:gd name="connsiteX1" fmla="*/ 6620064 w 7312143"/>
              <a:gd name="connsiteY1" fmla="*/ 6843722 h 6843722"/>
              <a:gd name="connsiteX2" fmla="*/ 1437758 w 7312143"/>
              <a:gd name="connsiteY2" fmla="*/ 6843721 h 6843722"/>
              <a:gd name="connsiteX3" fmla="*/ 0 w 7312143"/>
              <a:gd name="connsiteY3" fmla="*/ 3598075 h 6843722"/>
              <a:gd name="connsiteX4" fmla="*/ 1 w 7312143"/>
              <a:gd name="connsiteY4" fmla="*/ 2 h 6843722"/>
              <a:gd name="connsiteX5" fmla="*/ 3663715 w 7312143"/>
              <a:gd name="connsiteY5" fmla="*/ 0 h 6843722"/>
              <a:gd name="connsiteX6" fmla="*/ 4276593 w 7312143"/>
              <a:gd name="connsiteY6" fmla="*/ 1 h 6843722"/>
              <a:gd name="connsiteX7" fmla="*/ 7312143 w 7312143"/>
              <a:gd name="connsiteY7" fmla="*/ 6843721 h 6843722"/>
              <a:gd name="connsiteX8" fmla="*/ 6699265 w 7312143"/>
              <a:gd name="connsiteY8" fmla="*/ 6843721 h 684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2143" h="6843722">
                <a:moveTo>
                  <a:pt x="3588432" y="2"/>
                </a:moveTo>
                <a:lnTo>
                  <a:pt x="6620064" y="6843722"/>
                </a:lnTo>
                <a:lnTo>
                  <a:pt x="1437758" y="6843721"/>
                </a:lnTo>
                <a:lnTo>
                  <a:pt x="0" y="3598075"/>
                </a:lnTo>
                <a:lnTo>
                  <a:pt x="1" y="2"/>
                </a:lnTo>
                <a:close/>
                <a:moveTo>
                  <a:pt x="3663715" y="0"/>
                </a:moveTo>
                <a:lnTo>
                  <a:pt x="4276593" y="1"/>
                </a:lnTo>
                <a:lnTo>
                  <a:pt x="7312143" y="6843721"/>
                </a:lnTo>
                <a:lnTo>
                  <a:pt x="6699265" y="6843721"/>
                </a:lnTo>
                <a:close/>
              </a:path>
            </a:pathLst>
          </a:custGeom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6" name="任意多边形: 形状 5"/>
          <p:cNvSpPr/>
          <p:nvPr>
            <p:custDataLst>
              <p:tags r:id="rId3"/>
            </p:custDataLst>
          </p:nvPr>
        </p:nvSpPr>
        <p:spPr>
          <a:xfrm flipH="1">
            <a:off x="4340080" y="1"/>
            <a:ext cx="1235034" cy="1998133"/>
          </a:xfrm>
          <a:custGeom>
            <a:avLst/>
            <a:gdLst>
              <a:gd name="connsiteX0" fmla="*/ 1235034 w 1235034"/>
              <a:gd name="connsiteY0" fmla="*/ 0 h 1998133"/>
              <a:gd name="connsiteX1" fmla="*/ 880359 w 1235034"/>
              <a:gd name="connsiteY1" fmla="*/ 0 h 1998133"/>
              <a:gd name="connsiteX2" fmla="*/ 0 w 1235034"/>
              <a:gd name="connsiteY2" fmla="*/ 1998133 h 1998133"/>
              <a:gd name="connsiteX3" fmla="*/ 354675 w 1235034"/>
              <a:gd name="connsiteY3" fmla="*/ 1998133 h 19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034" h="1998133">
                <a:moveTo>
                  <a:pt x="1235034" y="0"/>
                </a:moveTo>
                <a:lnTo>
                  <a:pt x="880359" y="0"/>
                </a:lnTo>
                <a:lnTo>
                  <a:pt x="0" y="1998133"/>
                </a:lnTo>
                <a:lnTo>
                  <a:pt x="354675" y="1998133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6474460" y="983615"/>
            <a:ext cx="5057775" cy="1643380"/>
          </a:xfrm>
          <a:prstGeom prst="rect">
            <a:avLst/>
          </a:prstGeom>
        </p:spPr>
        <p:txBody>
          <a:bodyPr vert="horz" wrap="square" lIns="90170" tIns="46990" rIns="90170" bIns="4699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sz="4400" spc="0" dirty="0">
                <a:latin typeface="Inter Bold (Heading)" charset="0"/>
                <a:cs typeface="Inter Bold (Heading)" charset="0"/>
              </a:rPr>
              <a:t>Class Structure</a:t>
            </a:r>
            <a:endParaRPr lang="en-US" sz="4400" spc="0" dirty="0">
              <a:latin typeface="Inter Bold (Heading)" charset="0"/>
              <a:cs typeface="Inter Bold (Heading)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>
            <a:off x="11451348" y="1"/>
            <a:ext cx="740653" cy="1681045"/>
          </a:xfrm>
          <a:custGeom>
            <a:avLst/>
            <a:gdLst>
              <a:gd name="connsiteX0" fmla="*/ 740653 w 740653"/>
              <a:gd name="connsiteY0" fmla="*/ 0 h 1681045"/>
              <a:gd name="connsiteX1" fmla="*/ 0 w 740653"/>
              <a:gd name="connsiteY1" fmla="*/ 0 h 1681045"/>
              <a:gd name="connsiteX2" fmla="*/ 0 w 740653"/>
              <a:gd name="connsiteY2" fmla="*/ 1681045 h 1681045"/>
              <a:gd name="connsiteX3" fmla="*/ 740653 w 740653"/>
              <a:gd name="connsiteY3" fmla="*/ 0 h 168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0653" h="1681045">
                <a:moveTo>
                  <a:pt x="740653" y="0"/>
                </a:moveTo>
                <a:lnTo>
                  <a:pt x="0" y="0"/>
                </a:lnTo>
                <a:lnTo>
                  <a:pt x="0" y="1681045"/>
                </a:lnTo>
                <a:lnTo>
                  <a:pt x="740653" y="0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6"/>
            </p:custDataLst>
          </p:nvPr>
        </p:nvSpPr>
        <p:spPr>
          <a:xfrm>
            <a:off x="-4807" y="4883728"/>
            <a:ext cx="2031608" cy="1974273"/>
          </a:xfrm>
          <a:custGeom>
            <a:avLst/>
            <a:gdLst>
              <a:gd name="connsiteX0" fmla="*/ 0 w 2031608"/>
              <a:gd name="connsiteY0" fmla="*/ 0 h 1974273"/>
              <a:gd name="connsiteX1" fmla="*/ 1133294 w 2031608"/>
              <a:gd name="connsiteY1" fmla="*/ 0 h 1974273"/>
              <a:gd name="connsiteX2" fmla="*/ 2031608 w 2031608"/>
              <a:gd name="connsiteY2" fmla="*/ 1974273 h 1974273"/>
              <a:gd name="connsiteX3" fmla="*/ 407821 w 2031608"/>
              <a:gd name="connsiteY3" fmla="*/ 1974273 h 1974273"/>
              <a:gd name="connsiteX4" fmla="*/ 0 w 2031608"/>
              <a:gd name="connsiteY4" fmla="*/ 1077983 h 1974273"/>
              <a:gd name="connsiteX5" fmla="*/ 0 w 2031608"/>
              <a:gd name="connsiteY5" fmla="*/ 0 h 197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608" h="1974273">
                <a:moveTo>
                  <a:pt x="0" y="0"/>
                </a:moveTo>
                <a:lnTo>
                  <a:pt x="1133294" y="0"/>
                </a:lnTo>
                <a:lnTo>
                  <a:pt x="2031608" y="1974273"/>
                </a:lnTo>
                <a:lnTo>
                  <a:pt x="407821" y="1974273"/>
                </a:lnTo>
                <a:lnTo>
                  <a:pt x="0" y="10779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7355905" y="2861354"/>
            <a:ext cx="3844030" cy="263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1. Account(Parent)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2. Saving Account(Child) 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3. Current Account(Child)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/>
          <a:lstStyle/>
          <a:p>
            <a:r>
              <a:rPr lang="en-US" sz="4400" spc="0">
                <a:latin typeface="Inter Bold (Heading)" charset="0"/>
                <a:cs typeface="Inter Bold (Heading)" charset="0"/>
              </a:rPr>
              <a:t>Account(Parent)</a:t>
            </a:r>
            <a:endParaRPr lang="en-US" sz="4400" spc="0">
              <a:latin typeface="Inter Bold (Heading)" charset="0"/>
              <a:cs typeface="Inter Bold (Heading)" charset="0"/>
            </a:endParaRPr>
          </a:p>
        </p:txBody>
      </p:sp>
      <p:pic>
        <p:nvPicPr>
          <p:cNvPr id="91" name="http://photo-static-api.fotomore.com/creative/vcg/400/new/VCG41N1069489894.jpg?uid=386&amp;timestamp=1686291026&amp;sign=1e9a94813b7fe1bf36014f3196daddb2" descr="templates\picture_hover\&amp;pky310_sjzg_VCG41N1069489894&amp;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71" t="8443" r="1055" b="8504"/>
          <a:stretch>
            <a:fillRect/>
          </a:stretch>
        </p:blipFill>
        <p:spPr>
          <a:xfrm>
            <a:off x="8145007" y="1641628"/>
            <a:ext cx="3318510" cy="43103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42" h="6136">
                <a:moveTo>
                  <a:pt x="3065" y="0"/>
                </a:moveTo>
                <a:lnTo>
                  <a:pt x="4727" y="0"/>
                </a:lnTo>
                <a:cubicBezTo>
                  <a:pt x="4956" y="0"/>
                  <a:pt x="5142" y="186"/>
                  <a:pt x="5142" y="415"/>
                </a:cubicBezTo>
                <a:lnTo>
                  <a:pt x="5142" y="5721"/>
                </a:lnTo>
                <a:cubicBezTo>
                  <a:pt x="5142" y="5950"/>
                  <a:pt x="4956" y="6136"/>
                  <a:pt x="4727" y="6136"/>
                </a:cubicBezTo>
                <a:lnTo>
                  <a:pt x="3065" y="6136"/>
                </a:lnTo>
                <a:cubicBezTo>
                  <a:pt x="2836" y="6136"/>
                  <a:pt x="2650" y="5950"/>
                  <a:pt x="2650" y="5721"/>
                </a:cubicBezTo>
                <a:lnTo>
                  <a:pt x="2650" y="415"/>
                </a:lnTo>
                <a:cubicBezTo>
                  <a:pt x="2650" y="186"/>
                  <a:pt x="2836" y="0"/>
                  <a:pt x="3065" y="0"/>
                </a:cubicBezTo>
                <a:close/>
                <a:moveTo>
                  <a:pt x="415" y="0"/>
                </a:moveTo>
                <a:lnTo>
                  <a:pt x="2077" y="0"/>
                </a:lnTo>
                <a:cubicBezTo>
                  <a:pt x="2306" y="0"/>
                  <a:pt x="2492" y="186"/>
                  <a:pt x="2492" y="415"/>
                </a:cubicBezTo>
                <a:lnTo>
                  <a:pt x="2492" y="5721"/>
                </a:lnTo>
                <a:cubicBezTo>
                  <a:pt x="2492" y="5950"/>
                  <a:pt x="2306" y="6136"/>
                  <a:pt x="2077" y="6136"/>
                </a:cubicBezTo>
                <a:lnTo>
                  <a:pt x="415" y="6136"/>
                </a:lnTo>
                <a:cubicBezTo>
                  <a:pt x="186" y="6136"/>
                  <a:pt x="0" y="5950"/>
                  <a:pt x="0" y="5721"/>
                </a:cubicBezTo>
                <a:lnTo>
                  <a:pt x="0" y="415"/>
                </a:lnTo>
                <a:cubicBezTo>
                  <a:pt x="0" y="186"/>
                  <a:pt x="186" y="0"/>
                  <a:pt x="415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2227109" y="1681093"/>
            <a:ext cx="5374164" cy="9776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Stores common account details: account number, holder name, balance, and account type.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2200439" y="2975720"/>
            <a:ext cx="5374164" cy="9771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Provides basic functions like deposit, withdraw, and display.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182659" y="4261458"/>
            <a:ext cx="5374164" cy="9771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Use Virtual functions to support polymorphism.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4" name="椭圆 13"/>
          <p:cNvSpPr/>
          <p:nvPr>
            <p:custDataLst>
              <p:tags r:id="rId7"/>
            </p:custDataLst>
          </p:nvPr>
        </p:nvSpPr>
        <p:spPr>
          <a:xfrm>
            <a:off x="1185228" y="1751013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b="1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4" name="椭圆 13"/>
          <p:cNvSpPr/>
          <p:nvPr>
            <p:custDataLst>
              <p:tags r:id="rId8"/>
            </p:custDataLst>
          </p:nvPr>
        </p:nvSpPr>
        <p:spPr>
          <a:xfrm>
            <a:off x="1167448" y="2960053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8" name="椭圆 13"/>
          <p:cNvSpPr/>
          <p:nvPr>
            <p:custDataLst>
              <p:tags r:id="rId9"/>
            </p:custDataLst>
          </p:nvPr>
        </p:nvSpPr>
        <p:spPr>
          <a:xfrm>
            <a:off x="1105218" y="4142423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360000"/>
            <a:ext cx="6713706" cy="720000"/>
          </a:xfrm>
        </p:spPr>
        <p:txBody>
          <a:bodyPr wrap="square" lIns="0" tIns="0" rIns="0" bIns="0" anchor="b"/>
          <a:lstStyle/>
          <a:p>
            <a:r>
              <a:rPr lang="en-US" sz="4400" spc="0" dirty="0">
                <a:latin typeface="Inter Bold (Heading)" charset="0"/>
                <a:cs typeface="Inter Bold (Heading)" charset="0"/>
              </a:rPr>
              <a:t>SavingsAccount (Child)</a:t>
            </a:r>
            <a:endParaRPr lang="en-US" sz="4400" spc="0" dirty="0">
              <a:latin typeface="Inter Bold (Heading)" charset="0"/>
              <a:cs typeface="Inter Bold (Heading)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155050" y="2"/>
            <a:ext cx="6036950" cy="6040857"/>
          </a:xfrm>
          <a:custGeom>
            <a:avLst/>
            <a:gdLst>
              <a:gd name="connsiteX0" fmla="*/ 2276483 w 6036950"/>
              <a:gd name="connsiteY0" fmla="*/ 0 h 6040857"/>
              <a:gd name="connsiteX1" fmla="*/ 6036950 w 6036950"/>
              <a:gd name="connsiteY1" fmla="*/ 0 h 6040857"/>
              <a:gd name="connsiteX2" fmla="*/ 6036950 w 6036950"/>
              <a:gd name="connsiteY2" fmla="*/ 2936006 h 6040857"/>
              <a:gd name="connsiteX3" fmla="*/ 4238679 w 6036950"/>
              <a:gd name="connsiteY3" fmla="*/ 5156686 h 6040857"/>
              <a:gd name="connsiteX4" fmla="*/ 884172 w 6036950"/>
              <a:gd name="connsiteY4" fmla="*/ 5509259 h 6040857"/>
              <a:gd name="connsiteX5" fmla="*/ 531600 w 6036950"/>
              <a:gd name="connsiteY5" fmla="*/ 2154752 h 604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 algn="ctr">
            <a:solidFill>
              <a:schemeClr val="tx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554798" y="1521143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Inherits from the Account Class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669608" y="1475423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669608" y="3836352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03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422718" y="3720782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Provides interest calculation and adds interest to balance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9" name="椭圆 18"/>
          <p:cNvSpPr/>
          <p:nvPr>
            <p:custDataLst>
              <p:tags r:id="rId8"/>
            </p:custDataLst>
          </p:nvPr>
        </p:nvSpPr>
        <p:spPr>
          <a:xfrm>
            <a:off x="669608" y="2629217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1473835" y="2505075"/>
            <a:ext cx="4223385" cy="8991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Includes an interest rate for saving accounts.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24" name="椭圆 23"/>
          <p:cNvSpPr/>
          <p:nvPr>
            <p:custDataLst>
              <p:tags r:id="rId10"/>
            </p:custDataLst>
          </p:nvPr>
        </p:nvSpPr>
        <p:spPr>
          <a:xfrm>
            <a:off x="669608" y="5135562"/>
            <a:ext cx="640080" cy="64008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04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1369378" y="5158422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Overrides the display function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360000"/>
            <a:ext cx="6713706" cy="720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400" spc="0" dirty="0">
                <a:latin typeface="Inter Bold (Heading)" charset="0"/>
                <a:cs typeface="Inter Bold (Heading)" charset="0"/>
              </a:rPr>
              <a:t>CurrentAccount (Child)</a:t>
            </a:r>
            <a:endParaRPr lang="en-US" sz="4400" spc="0" dirty="0">
              <a:latin typeface="Inter Bold (Heading)" charset="0"/>
              <a:cs typeface="Inter Bold (Heading)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155050" y="2"/>
            <a:ext cx="6036950" cy="6040857"/>
          </a:xfrm>
          <a:custGeom>
            <a:avLst/>
            <a:gdLst>
              <a:gd name="connsiteX0" fmla="*/ 2276483 w 6036950"/>
              <a:gd name="connsiteY0" fmla="*/ 0 h 6040857"/>
              <a:gd name="connsiteX1" fmla="*/ 6036950 w 6036950"/>
              <a:gd name="connsiteY1" fmla="*/ 0 h 6040857"/>
              <a:gd name="connsiteX2" fmla="*/ 6036950 w 6036950"/>
              <a:gd name="connsiteY2" fmla="*/ 2936006 h 6040857"/>
              <a:gd name="connsiteX3" fmla="*/ 4238679 w 6036950"/>
              <a:gd name="connsiteY3" fmla="*/ 5156686 h 6040857"/>
              <a:gd name="connsiteX4" fmla="*/ 884172 w 6036950"/>
              <a:gd name="connsiteY4" fmla="*/ 5509259 h 6040857"/>
              <a:gd name="connsiteX5" fmla="*/ 531600 w 6036950"/>
              <a:gd name="connsiteY5" fmla="*/ 2154752 h 604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 algn="ctr">
            <a:solidFill>
              <a:schemeClr val="tx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332548" y="1494473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Inherits from the Account class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669608" y="1475423"/>
            <a:ext cx="504190" cy="5041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669608" y="3525202"/>
            <a:ext cx="504190" cy="5041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03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333818" y="3409632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Allows withdrawal beyond balance up to overdraft limit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19" name="椭圆 18"/>
          <p:cNvSpPr/>
          <p:nvPr>
            <p:custDataLst>
              <p:tags r:id="rId8"/>
            </p:custDataLst>
          </p:nvPr>
        </p:nvSpPr>
        <p:spPr>
          <a:xfrm>
            <a:off x="669608" y="2442527"/>
            <a:ext cx="504190" cy="5041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1331278" y="2452052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Includes an overdraft limit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  <p:sp>
        <p:nvSpPr>
          <p:cNvPr id="24" name="椭圆 23"/>
          <p:cNvSpPr/>
          <p:nvPr>
            <p:custDataLst>
              <p:tags r:id="rId10"/>
            </p:custDataLst>
          </p:nvPr>
        </p:nvSpPr>
        <p:spPr>
          <a:xfrm>
            <a:off x="669608" y="4717732"/>
            <a:ext cx="504190" cy="504190"/>
          </a:xfrm>
          <a:prstGeom prst="ellipse">
            <a:avLst/>
          </a:prstGeom>
          <a:solidFill>
            <a:schemeClr val="accent1"/>
          </a:solidFill>
          <a:effectLst>
            <a:outerShdw blurRad="101600" dist="38100" algn="l" rotWithShape="0">
              <a:schemeClr val="accent1">
                <a:alpha val="40000"/>
              </a:schemeClr>
            </a:outerShdw>
          </a:effectLst>
        </p:spPr>
        <p:txBody>
          <a:bodyPr wrap="none" lIns="0" tIns="0" rIns="0" bIns="0" rtlCol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</a:rPr>
              <a:t>04</a:t>
            </a:r>
            <a:endParaRPr lang="en-US" sz="1600" b="1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1333818" y="4633912"/>
            <a:ext cx="3942715" cy="660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</a:rPr>
              <a:t>Overrides the withdrawl and display functions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1490"/>
            <a:ext cx="6982460" cy="2458720"/>
          </a:xfrm>
        </p:spPr>
        <p:txBody>
          <a:bodyPr>
            <a:normAutofit/>
          </a:bodyPr>
          <a:lstStyle/>
          <a:p>
            <a:r>
              <a:rPr lang="en-US" dirty="0"/>
              <a:t>Program Flow (Main Function)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287725"/>
            <a:ext cx="10800000" cy="792000"/>
          </a:xfrm>
        </p:spPr>
        <p:txBody>
          <a:bodyPr wrap="square">
            <a:normAutofit fontScale="90000"/>
          </a:bodyPr>
          <a:lstStyle/>
          <a:p>
            <a:r>
              <a:rPr lang="en-US" sz="4400" spc="0" dirty="0">
                <a:latin typeface="Inter Bold (Heading)" charset="0"/>
                <a:cs typeface="Inter Bold (Heading)" charset="0"/>
              </a:rPr>
              <a:t>Program Flow (Main Function)</a:t>
            </a:r>
            <a:endParaRPr lang="en-US" sz="4400" spc="0" dirty="0">
              <a:latin typeface="Inter Bold (Heading)" charset="0"/>
              <a:cs typeface="Inter Bold (Heading)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5221" t="1881" r="1727"/>
          <a:stretch>
            <a:fillRect/>
          </a:stretch>
        </p:blipFill>
        <p:spPr>
          <a:xfrm>
            <a:off x="-1" y="1700825"/>
            <a:ext cx="5348028" cy="4724400"/>
          </a:xfrm>
          <a:custGeom>
            <a:avLst/>
            <a:gdLst>
              <a:gd name="connsiteX0" fmla="*/ 0 w 5348028"/>
              <a:gd name="connsiteY0" fmla="*/ 0 h 4724400"/>
              <a:gd name="connsiteX1" fmla="*/ 2985828 w 5348028"/>
              <a:gd name="connsiteY1" fmla="*/ 0 h 4724400"/>
              <a:gd name="connsiteX2" fmla="*/ 5348028 w 5348028"/>
              <a:gd name="connsiteY2" fmla="*/ 2362200 h 4724400"/>
              <a:gd name="connsiteX3" fmla="*/ 2985828 w 5348028"/>
              <a:gd name="connsiteY3" fmla="*/ 4724400 h 4724400"/>
              <a:gd name="connsiteX4" fmla="*/ 0 w 5348028"/>
              <a:gd name="connsiteY4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8028" h="4724400">
                <a:moveTo>
                  <a:pt x="0" y="0"/>
                </a:moveTo>
                <a:lnTo>
                  <a:pt x="2985828" y="0"/>
                </a:lnTo>
                <a:cubicBezTo>
                  <a:pt x="4290118" y="0"/>
                  <a:pt x="5348028" y="1057910"/>
                  <a:pt x="5348028" y="2362200"/>
                </a:cubicBezTo>
                <a:cubicBezTo>
                  <a:pt x="5348028" y="3666490"/>
                  <a:pt x="4290118" y="4724400"/>
                  <a:pt x="2985828" y="4724400"/>
                </a:cubicBezTo>
                <a:lnTo>
                  <a:pt x="0" y="47244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7229000" y="1189359"/>
            <a:ext cx="4265137" cy="631251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Inter Bold (Heading)" charset="0"/>
                <a:cs typeface="Inter Bold (Heading)" charset="0"/>
                <a:sym typeface="+mn-ea"/>
              </a:rPr>
              <a:t>The program starts execution from the main() function.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6237034" y="1191865"/>
            <a:ext cx="669245" cy="6692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01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7229635" y="2088000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A Bank object is created to manage all bank accounts.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6238305" y="2996651"/>
            <a:ext cx="669245" cy="66884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03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8"/>
            </p:custDataLst>
          </p:nvPr>
        </p:nvSpPr>
        <p:spPr>
          <a:xfrm>
            <a:off x="7229635" y="2924412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A welcome message is displayed for the Banking Management System.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6238305" y="4809692"/>
            <a:ext cx="669245" cy="66884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05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7229635" y="3894174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Bold (Heading)" charset="0"/>
                <a:cs typeface="Inter Bold (Heading)" charset="0"/>
                <a:sym typeface="+mn-ea"/>
              </a:rPr>
              <a:t>The program enters an infinite loop and shows a menu with different banking options.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6238305" y="5769293"/>
            <a:ext cx="669245" cy="66884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06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" name="椭圆 14"/>
          <p:cNvSpPr/>
          <p:nvPr>
            <p:custDataLst>
              <p:tags r:id="rId12"/>
            </p:custDataLst>
          </p:nvPr>
        </p:nvSpPr>
        <p:spPr>
          <a:xfrm>
            <a:off x="6230684" y="2101185"/>
            <a:ext cx="669245" cy="6692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02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" name="椭圆 14"/>
          <p:cNvSpPr/>
          <p:nvPr>
            <p:custDataLst>
              <p:tags r:id="rId13"/>
            </p:custDataLst>
          </p:nvPr>
        </p:nvSpPr>
        <p:spPr>
          <a:xfrm>
            <a:off x="6239574" y="3914745"/>
            <a:ext cx="669245" cy="6692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04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" name="矩形 21"/>
          <p:cNvSpPr/>
          <p:nvPr>
            <p:custDataLst>
              <p:tags r:id="rId14"/>
            </p:custDataLst>
          </p:nvPr>
        </p:nvSpPr>
        <p:spPr>
          <a:xfrm>
            <a:off x="7276625" y="4723484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Inter Bold (Heading)" charset="0"/>
                <a:cs typeface="Inter Bold (Heading)" charset="0"/>
                <a:sym typeface="+mn-ea"/>
              </a:rPr>
              <a:t>The user’s choice is validated and the related Bank function is called using a switch statement.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  <p:sp>
        <p:nvSpPr>
          <p:cNvPr id="6" name="矩形 21"/>
          <p:cNvSpPr/>
          <p:nvPr>
            <p:custDataLst>
              <p:tags r:id="rId15"/>
            </p:custDataLst>
          </p:nvPr>
        </p:nvSpPr>
        <p:spPr>
          <a:xfrm>
            <a:off x="7305835" y="5766154"/>
            <a:ext cx="4265137" cy="630874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Inter Bold (Heading)" charset="0"/>
                <a:cs typeface="Inter Bold (Heading)" charset="0"/>
                <a:sym typeface="+mn-ea"/>
              </a:rPr>
              <a:t>When Exit is selected, a goodbye message is shown and the Bank destructor releases memory before termination.</a:t>
            </a:r>
            <a:endParaRPr lang="en-US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Inter Bold (Heading)" charset="0"/>
              <a:cs typeface="Inter Bold (Heading)" charset="0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0400"/>
            <a:ext cx="6120000" cy="2458800"/>
          </a:xfrm>
        </p:spPr>
        <p:txBody>
          <a:bodyPr/>
          <a:lstStyle/>
          <a:p>
            <a:r>
              <a:rPr lang="en-US" dirty="0"/>
              <a:t>The End&lt;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3*i*14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3*i*15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VALUE" val="160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VALUE" val="160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UNIT_VALUE" val="30"/>
  <p:tag name="KSO_WM_TEMPLATE_CATEGORY" val="custom"/>
  <p:tag name="KSO_WM_TEMPLATE_INDEX" val="20233459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UNIT_VALUE" val="350"/>
  <p:tag name="KSO_WM_TEMPLATE_CATEGORY" val="custom"/>
  <p:tag name="KSO_WM_TEMPLATE_INDEX" val="20233459"/>
</p:tagLst>
</file>

<file path=ppt/tags/tag149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9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1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e title goes here"/>
</p:tagLst>
</file>

<file path=ppt/tags/tag151.xml><?xml version="1.0" encoding="utf-8"?>
<p:tagLst xmlns:p="http://schemas.openxmlformats.org/presentationml/2006/main">
  <p:tag name="KSO_WM_UNIT_SUBTYPE" val="b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3459_1*f*3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Name"/>
</p:tagLst>
</file>

<file path=ppt/tags/tag152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15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59_4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CONTENTS"/>
  <p:tag name="KSO_WM_UNIT_TEXT_FILL_FORE_SCHEMECOLOR_INDEX" val="5"/>
  <p:tag name="KSO_WM_UNIT_USESOURCEFORMAT_APPLY" val="1"/>
</p:tagLst>
</file>

<file path=ppt/tags/tag1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custom20233459_2*l_i*1_1"/>
  <p:tag name="KSO_WM_TEMPLATE_CATEGORY" val="custom"/>
  <p:tag name="KSO_WM_TEMPLATE_INDEX" val="20233459"/>
  <p:tag name="KSO_WM_UNIT_LAYERLEVEL" val="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92.529296875,&quot;left&quot;:50.02244094488189,&quot;top&quot;:219.06405234990152,&quot;width&quot;:860.0100787401574}"/>
  <p:tag name="KSO_WM_DIAGRAM_COLOR_MATCH_VALUE" val="{&quot;shape&quot;:{&quot;fill&quot;:{&quot;solid&quot;:{&quot;brightness&quot;:0.15000000596046448,&quot;colorType&quot;:1,&quot;foreColorIndex&quot;:14,&quot;transparency&quot;:0},&quot;type&quot;:1},&quot;glow&quot;:{&quot;colorType&quot;:0},&quot;line&quot;:{&quot;solidLine&quot;:{&quot;brightness&quot;:0.5,&quot;colorType&quot;:1,&quot;foreColorIndex&quot;:14,&quot;transparency&quot;:0},&quot;type&quot;:1},&quot;shadow&quot;:{&quot;brightness&quot;:-0.5,&quot;colorType&quot;:1,&quot;foreColorIndex&quot;:16,&quot;transparency&quot;:0.720000028610229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TYPE" val="1"/>
  <p:tag name="KSO_WM_UNIT_LINE_FORE_SCHEMECOLOR_INDEX" val="14"/>
  <p:tag name="KSO_WM_UNIT_LINE_FILL_TYPE" val="2"/>
  <p:tag name="KSO_WM_UNIT_SHADOW_SCHEMECOLOR_INDEX" val="16"/>
  <p:tag name="KSO_WM_UNIT_TEXT_FILL_FORE_SCHEMECOLOR_INDEX" val="2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3459_2*l_h_i*1_2_2"/>
  <p:tag name="KSO_WM_TEMPLATE_CATEGORY" val="custom"/>
  <p:tag name="KSO_WM_TEMPLATE_INDEX" val="20233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92.529296875,&quot;left&quot;:50.02244094488189,&quot;top&quot;:219.06405234990152,&quot;width&quot;:860.0100787401574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.5,&quot;transparency&quot;:0},{&quot;brightness&quot;:0,&quot;colorType&quot;:1,&quot;foreColorIndex&quot;:8,&quot;pos&quot;:0,&quot;transparency&quot;:1},{&quot;brightness&quot;:0,&quot;colorType&quot;:1,&quot;foreColorIndex&quot;:8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USESOURCEFORMAT_APPLY" val="1"/>
</p:tagLst>
</file>

<file path=ppt/tags/tag15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3459_2*l_h_i*1_1_1"/>
  <p:tag name="KSO_WM_TEMPLATE_CATEGORY" val="custom"/>
  <p:tag name="KSO_WM_TEMPLATE_INDEX" val="20233459"/>
  <p:tag name="KSO_WM_UNIT_LAYERLEVEL" val="1_1_1"/>
  <p:tag name="KSO_WM_TAG_VERSION" val="3.0"/>
  <p:tag name="KSO_WM_BEAUTIFY_FLAG" val="#wm#"/>
  <p:tag name="KSO_WM_UNIT_PRESET_TEXT" val="Part One"/>
  <p:tag name="KSO_WM_DIAGRAM_MAX_ITEMCNT" val="6"/>
  <p:tag name="KSO_WM_DIAGRAM_MIN_ITEMCNT" val="2"/>
  <p:tag name="KSO_WM_DIAGRAM_VIRTUALLY_FRAME" val="{&quot;height&quot;:292.529296875,&quot;left&quot;:50.02244094488189,&quot;top&quot;:219.06405234990152,&quot;width&quot;:860.0100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8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3459_2*l_h_f*1_1_1"/>
  <p:tag name="KSO_WM_TEMPLATE_CATEGORY" val="custom"/>
  <p:tag name="KSO_WM_TEMPLATE_INDEX" val="20233459"/>
  <p:tag name="KSO_WM_UNIT_LAYERLEVEL" val="1_1_1"/>
  <p:tag name="KSO_WM_TAG_VERSION" val="3.0"/>
  <p:tag name="KSO_WM_BEAUTIFY_FLAG" val="#wm#"/>
  <p:tag name="KSO_WM_UNIT_PRESET_TEXT" val="Your title here"/>
  <p:tag name="KSO_WM_DIAGRAM_MAX_ITEMCNT" val="6"/>
  <p:tag name="KSO_WM_DIAGRAM_MIN_ITEMCNT" val="2"/>
  <p:tag name="KSO_WM_DIAGRAM_VIRTUALLY_FRAME" val="{&quot;height&quot;:292.529296875,&quot;left&quot;:50.02244094488189,&quot;top&quot;:219.06405234990152,&quot;width&quot;:860.01007874015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3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USESOURCEFORMAT_APPLY" val="1"/>
</p:tagLst>
</file>

<file path=ppt/tags/tag1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3459_2*l_h_i*1_2_1"/>
  <p:tag name="KSO_WM_TEMPLATE_CATEGORY" val="custom"/>
  <p:tag name="KSO_WM_TEMPLATE_INDEX" val="20233459"/>
  <p:tag name="KSO_WM_UNIT_LAYERLEVEL" val="1_1_1"/>
  <p:tag name="KSO_WM_TAG_VERSION" val="3.0"/>
  <p:tag name="KSO_WM_BEAUTIFY_FLAG" val="#wm#"/>
  <p:tag name="KSO_WM_UNIT_PRESET_TEXT" val="Part Two"/>
  <p:tag name="KSO_WM_DIAGRAM_MAX_ITEMCNT" val="6"/>
  <p:tag name="KSO_WM_DIAGRAM_MIN_ITEMCNT" val="2"/>
  <p:tag name="KSO_WM_DIAGRAM_VIRTUALLY_FRAME" val="{&quot;height&quot;:292.529296875,&quot;left&quot;:50.02244094488189,&quot;top&quot;:219.06405234990152,&quot;width&quot;:860.0100787401574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8"/>
  <p:tag name="KSO_WM_UNIT_TEXT_FILL_FORE_SCHEMECOLOR_INDEX" val="1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3459_2*l_h_f*1_2_1"/>
  <p:tag name="KSO_WM_TEMPLATE_CATEGORY" val="custom"/>
  <p:tag name="KSO_WM_TEMPLATE_INDEX" val="20233459"/>
  <p:tag name="KSO_WM_UNIT_LAYERLEVEL" val="1_1_1"/>
  <p:tag name="KSO_WM_TAG_VERSION" val="3.0"/>
  <p:tag name="KSO_WM_BEAUTIFY_FLAG" val="#wm#"/>
  <p:tag name="KSO_WM_UNIT_PRESET_TEXT" val="Your title here"/>
  <p:tag name="KSO_WM_DIAGRAM_MAX_ITEMCNT" val="6"/>
  <p:tag name="KSO_WM_DIAGRAM_MIN_ITEMCNT" val="2"/>
  <p:tag name="KSO_WM_DIAGRAM_VIRTUALLY_FRAME" val="{&quot;height&quot;:292.529296875,&quot;left&quot;:50.02244094488189,&quot;top&quot;:219.06405234990152,&quot;width&quot;:860.01007874015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3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USESOURCEFORMAT_APPLY" val="1"/>
</p:tagLst>
</file>

<file path=ppt/tags/tag160.xml><?xml version="1.0" encoding="utf-8"?>
<p:tagLst xmlns:p="http://schemas.openxmlformats.org/presentationml/2006/main">
  <p:tag name="KSO_WM_SLIDE_ID" val="custom20233459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59"/>
  <p:tag name="KSO_WM_SLIDE_LAYOUT" val="a_l"/>
  <p:tag name="KSO_WM_SLIDE_LAYOUT_CNT" val="1_1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1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e title goes here"/>
</p:tagLst>
</file>

<file path=ppt/tags/tag162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43"/>
  <p:tag name="KSO_WM_UNIT_ID" val="custom20238243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164.xml><?xml version="1.0" encoding="utf-8"?>
<p:tagLst xmlns:p="http://schemas.openxmlformats.org/presentationml/2006/main">
  <p:tag name="KSO_WM_BEAUTIFY_FLAG" val="#wm#"/>
  <p:tag name="KSO_WM_UNIT_VALUE" val="1196*9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43_1*d*1"/>
  <p:tag name="KSO_WM_TEMPLATE_CATEGORY" val="custom"/>
  <p:tag name="KSO_WM_TEMPLATE_INDEX" val="20238243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16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gradient&quot;:[{&quot;brightness&quot;:0.800000011920929,&quot;colorType&quot;:1,&quot;foreColorIndex&quot;:5,&quot;pos&quot;:1,&quot;transparency&quot;:0.8999999761581421},{&quot;brightness&quot;:-0.5,&quot;colorType&quot;:1,&quot;foreColorIndex&quot;:5,&quot;pos&quot;:0,&quot;transparency&quot;:0.80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7925_3*l_i*1_1"/>
  <p:tag name="KSO_WM_TEMPLATE_CATEGORY" val="diagram"/>
  <p:tag name="KSO_WM_TEMPLATE_INDEX" val="20237925"/>
  <p:tag name="KSO_WM_UNIT_LAYERLEVEL" val="1_1"/>
  <p:tag name="KSO_WM_TAG_VERSION" val="3.0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5_3*l_h_f*1_1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5_3*l_h_i*1_1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UNIT_TEXT_FORE_SCHEMECOLOR_INDEX" val="5"/>
  <p:tag name="KSO_WM_UNIT_TEXT_LINE_FILL_TYPE" val="2"/>
  <p:tag name="KSO_WM_UNIT_USESOURCEFORMAT_APPLY" val="1"/>
</p:tagLst>
</file>

<file path=ppt/tags/tag168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5_3*l_h_a*1_2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5_3*l_h_i*1_2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UNIT_TEXT_FORE_SCHEMECOLOR_INDEX" val="5"/>
  <p:tag name="KSO_WM_UNIT_TEXT_LINE_FILL_TYPE" val="2"/>
  <p:tag name="KSO_WM_UNIT_USESOURCEFORMAT_APPLY" val="1"/>
</p:tagLst>
</file>

<file path=ppt/tags/tag17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5_3*l_h_a*1_3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5_3*l_h_i*1_3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UNIT_TEXT_FORE_SCHEMECOLOR_INDEX" val="5"/>
  <p:tag name="KSO_WM_UNIT_TEXT_LINE_FILL_TYPE" val="2"/>
  <p:tag name="KSO_WM_UNIT_USESOURCEFORMAT_APPLY" val="1"/>
</p:tagLst>
</file>

<file path=ppt/tags/tag17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7925_3*l_h_a*1_4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1,&quot;left&quot;:56.67479522945378,&quot;top&quot;:112.20125373419815,&quot;width&quot;:563.60048036109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7925_3*l_h_i*1_4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04"/>
  <p:tag name="KSO_WM_UNIT_TEXT_FILL_FORE_SCHEMECOLOR_INDEX" val="1"/>
  <p:tag name="KSO_WM_UNIT_TEXT_FILL_TYPE" val="1"/>
  <p:tag name="KSO_WM_UNIT_TEXT_FORE_SCHEMECOLOR_INDEX" val="5"/>
  <p:tag name="KSO_WM_UNIT_TEXT_LINE_FILL_TYPE" val="2"/>
  <p:tag name="KSO_WM_UNIT_USESOURCEFORMAT_APPLY" val="1"/>
</p:tagLst>
</file>

<file path=ppt/tags/tag174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SLIDE_INDEX" val="1"/>
  <p:tag name="KSO_WM_TAG_VERSION" val="3.0"/>
  <p:tag name="KSO_WM_BEAUTIFY_FLAG" val="#wm#"/>
  <p:tag name="KSO_WM_TEMPLATE_CATEGORY" val="custom"/>
  <p:tag name="KSO_WM_SLIDE_TYPE" val="text"/>
  <p:tag name="KSO_WM_SLIDE_SUBTYPE" val="picTxt"/>
  <p:tag name="KSO_WM_SLIDE_SIZE" val="557.25*349.93"/>
  <p:tag name="KSO_WM_SLIDE_POSITION" val="56.6748*131.857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3"/>
  <p:tag name="KSO_WM_SLIDE_ID" val="custom20238243_1"/>
  <p:tag name="KSO_WM_SLIDE_ITEM_CNT" val="3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1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e title goes here"/>
</p:tagLst>
</file>

<file path=ppt/tags/tag176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43"/>
  <p:tag name="KSO_WM_UNIT_ID" val="custom20238243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178.xml><?xml version="1.0" encoding="utf-8"?>
<p:tagLst xmlns:p="http://schemas.openxmlformats.org/presentationml/2006/main">
  <p:tag name="KSO_WM_BEAUTIFY_FLAG" val="#wm#"/>
  <p:tag name="KSO_WM_UNIT_VALUE" val="1196*9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43_1*d*1"/>
  <p:tag name="KSO_WM_TEMPLATE_CATEGORY" val="custom"/>
  <p:tag name="KSO_WM_TEMPLATE_INDEX" val="20238243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179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3711084705263,&quot;left&quot;:56.67479522945378,&quot;top&quot;:109.4,&quot;width&quot;:557.25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5_3*l_h_a*1_1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3711084705263,&quot;left&quot;:56.67479522945378,&quot;top&quot;:109.4,&quot;width&quot;:557.25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5_3*l_h_f*1_1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3711084705263,&quot;left&quot;:56.67479522945378,&quot;top&quot;:109.4,&quot;width&quot;:557.25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5_3*l_h_f*1_2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3711084705263,&quot;left&quot;:56.67479522945378,&quot;top&quot;:109.4,&quot;width&quot;:557.25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5_3*l_h_f*1_3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6.3711084705263,&quot;left&quot;:56.67479522945378,&quot;top&quot;:109.4,&quot;width&quot;:557.25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5_3*l_h_f*1_4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SLIDE_INDEX" val="1"/>
  <p:tag name="KSO_WM_TAG_VERSION" val="3.0"/>
  <p:tag name="KSO_WM_BEAUTIFY_FLAG" val="#wm#"/>
  <p:tag name="KSO_WM_TEMPLATE_CATEGORY" val="custom"/>
  <p:tag name="KSO_WM_SLIDE_TYPE" val="text"/>
  <p:tag name="KSO_WM_SLIDE_SUBTYPE" val="picTxt"/>
  <p:tag name="KSO_WM_SLIDE_SIZE" val="557.25*349.93"/>
  <p:tag name="KSO_WM_SLIDE_POSITION" val="56.6748*131.857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3"/>
  <p:tag name="KSO_WM_SLIDE_ID" val="custom20238243_1"/>
  <p:tag name="KSO_WM_SLIDE_ITEM_CNT" val="3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9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ANK YOU"/>
</p:tagLst>
</file>

<file path=ppt/tags/tag186.xml><?xml version="1.0" encoding="utf-8"?>
<p:tagLst xmlns:p="http://schemas.openxmlformats.org/presentationml/2006/main">
  <p:tag name="KSO_WM_SPECIAL_SOURCE" val="bdnull"/>
  <p:tag name="KSO_WM_SLIDE_ID" val="custom20233459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235_1*a*1"/>
  <p:tag name="KSO_WM_TEMPLATE_CATEGORY" val="custom"/>
  <p:tag name="KSO_WM_TEMPLATE_INDEX" val="20238235"/>
  <p:tag name="KSO_WM_UNIT_LAYERLEVEL" val="1"/>
  <p:tag name="KSO_WM_TAG_VERSION" val="3.0"/>
  <p:tag name="KSO_WM_BEAUTIFY_FLAG" val="#wm#"/>
  <p:tag name="KSO_WM_UNIT_VALUE" val="30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VALUE" val="1903*18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35_1*d*1"/>
  <p:tag name="KSO_WM_TEMPLATE_CATEGORY" val="custom"/>
  <p:tag name="KSO_WM_TEMPLATE_INDEX" val="20238235"/>
  <p:tag name="KSO_WM_UNIT_LAYERLEVEL" val="1"/>
  <p:tag name="KSO_WM_TAG_VERSION" val="3.0"/>
  <p:tag name="KSO_WM_BEAUTIFY_FLAG" val="#wm#"/>
  <p:tag name="KSO_WM_UNIT_USESOURCEFORMAT_APPLY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35_1*i*1"/>
  <p:tag name="KSO_WM_TEMPLATE_CATEGORY" val="custom"/>
  <p:tag name="KSO_WM_TEMPLATE_INDEX" val="20238235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2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235_1*i*2"/>
  <p:tag name="KSO_WM_TEMPLATE_CATEGORY" val="custom"/>
  <p:tag name="KSO_WM_TEMPLATE_INDEX" val="20238235"/>
  <p:tag name="KSO_WM_UNIT_LAYERLEVEL" val="1"/>
  <p:tag name="KSO_WM_TAG_VERSION" val="3.0"/>
  <p:tag name="KSO_WM_UNIT_FILL_FORE_SCHEMECOLOR_INDEX" val="10"/>
  <p:tag name="KSO_WM_UNIT_TEXT_FILL_FORE_SCHEMECOLOR_INDEX" val="2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0_2*l_h_f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2*l_h_i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93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0_2*l_h_i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94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0_2*l_h_f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20_2*l_h_a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2*l_h_i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97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0_2*l_h_a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2*l_h_i*1_2_1"/>
  <p:tag name="KSO_WM_TEMPLATE_CATEGORY" val="diagram"/>
  <p:tag name="KSO_WM_TEMPLATE_INDEX" val="20237920"/>
  <p:tag name="KSO_WM_UNIT_LAYERLEVEL" val="1_1_1"/>
  <p:tag name="KSO_WM_TAG_VERSION" val="3.0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99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1499938964844,&quot;left&quot;:54.45,&quot;top&quot;:124.27496368167904,&quot;width&quot;:362.80007874015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0_2*l_h_a*1_2_1"/>
  <p:tag name="KSO_WM_TEMPLATE_CATEGORY" val="diagram"/>
  <p:tag name="KSO_WM_TEMPLATE_INDEX" val="20237920"/>
  <p:tag name="KSO_WM_UNIT_LAYERLEVEL" val="1_1_1"/>
  <p:tag name="KSO_WM_TAG_VERSION" val="3.0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00.xml><?xml version="1.0" encoding="utf-8"?>
<p:tagLst xmlns:p="http://schemas.openxmlformats.org/presentationml/2006/main">
  <p:tag name="KSO_WM_SLIDE_ID" val="custom2023823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235"/>
  <p:tag name="KSO_WM_SLIDE_TYPE" val="text"/>
  <p:tag name="KSO_WM_SLIDE_SUBTYPE" val="picTxt"/>
  <p:tag name="KSO_WM_SLIDE_SIZE" val="362.75*317.05"/>
  <p:tag name="KSO_WM_SLIDE_POSITION" val="54.45*169.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a*1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DIAGRAM_VERSION" val="3"/>
  <p:tag name="KSO_WM_DIAGRAM_COLOR_TRICK" val="1"/>
  <p:tag name="KSO_WM_DIAGRAM_COLOR_TEXT_CAN_REMOVE" val="n"/>
  <p:tag name="KSO_WM_UNIT_VALUE" val="12"/>
  <p:tag name="KSO_WM_DIAGRAM_GROUP_CODE" val="l1-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1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1"/>
  <p:tag name="KSO_WM_DIAGRAM_GROUP_CODE" val="l1-1"/>
  <p:tag name="KSO_WM_UNIT_FILL_FORE_SCHEMECOLOR_INDEX" val="5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2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2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3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3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4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4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d*2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d"/>
  <p:tag name="KSO_WM_UNIT_INDEX" val="2"/>
  <p:tag name="KSO_WM_DIAGRAM_GROUP_CODE" val="l1-1"/>
  <p:tag name="KSO_WM_UNIT_VALUE" val="1497*1502"/>
  <p:tag name="KSO_WM_UNIT_LINE_FORE_SCHEMECOLOR_INDEX" val="13"/>
  <p:tag name="KSO_WM_UNIT_LINE_FILL_TYPE" val="2"/>
  <p:tag name="KSO_WM_UNIT_USESOURCEFORMAT_APPLY" val="1"/>
</p:tagLst>
</file>

<file path=ppt/tags/tag20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45.23771653543304,&quot;left&quot;:55.92716535433069,&quot;top&quot;:134.8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1_3*l_h_f*1_3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0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45.23771653543304,&quot;left&quot;:55.92716535433069,&quot;top&quot;:134.8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1_3*l_h_f*1_2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45.23771653543304,&quot;left&quot;:55.92716535433069,&quot;top&quot;:134.8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51_3*l_h_f*1_4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45.23771653543304,&quot;left&quot;:55.92716535433069,&quot;top&quot;:134.8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1_3*l_h_f*1_1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29.8377165354331,&quot;left&quot;:54.4771653543307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51_3*l_h_f*1_4_1"/>
  <p:tag name="KSO_WM_TEMPLATE_CATEGORY" val="diagram"/>
  <p:tag name="KSO_WM_TEMPLATE_INDEX" val="20237951"/>
  <p:tag name="KSO_WM_UNIT_LAYERLEVEL" val="1_1_1"/>
  <p:tag name="KSO_WM_TAG_VERSION" val="3.0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SLIDE_ID" val="custom20238332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332"/>
  <p:tag name="KSO_WM_SLIDE_TYPE" val="text"/>
  <p:tag name="KSO_WM_SLIDE_SUBTYPE" val="picTxt"/>
  <p:tag name="KSO_WM_SLIDE_SIZE" val="413.858*309.998"/>
  <p:tag name="KSO_WM_SLIDE_POSITION" val="54.7001*150.254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325_1*a*1"/>
  <p:tag name="KSO_WM_TEMPLATE_CATEGORY" val="custom"/>
  <p:tag name="KSO_WM_TEMPLATE_INDEX" val="2023832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TEXT_FILL_FORE_SCHEMECOLOR_INDEX" val="13"/>
  <p:tag name="KSO_WM_UNIT_TEXT_FILL_TYPE" val="1"/>
  <p:tag name="KSO_WM_UNIT_USESOURCEFORMAT_APPLY" val="1"/>
  <p:tag name="KSO_WM_UNIT_PRESET_TEXT" val="The title goes here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325_1*i*1"/>
  <p:tag name="KSO_WM_TEMPLATE_CATEGORY" val="custom"/>
  <p:tag name="KSO_WM_TEMPLATE_INDEX" val="20238325"/>
  <p:tag name="KSO_WM_UNIT_LAYERLEVEL" val="1"/>
  <p:tag name="KSO_WM_TAG_VERSION" val="3.0"/>
  <p:tag name="KSO_WM_BEAUTIFY_FLAG" val="#wm#"/>
  <p:tag name="KSO_WM_UNIT_TYPE" val="i"/>
  <p:tag name="KSO_WM_UNIT_INDEX" val="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325_1*d*1"/>
  <p:tag name="KSO_WM_TEMPLATE_CATEGORY" val="custom"/>
  <p:tag name="KSO_WM_TEMPLATE_INDEX" val="20238325"/>
  <p:tag name="KSO_WM_UNIT_LAYERLEVEL" val="1"/>
  <p:tag name="KSO_WM_TAG_VERSION" val="3.0"/>
  <p:tag name="KSO_WM_BEAUTIFY_FLAG" val="#wm#"/>
  <p:tag name="KSO_WM_UNIT_VALUE" val="1299*1271"/>
  <p:tag name="KSO_WM_UNIT_TYPE" val="d"/>
  <p:tag name="KSO_WM_UNIT_INDEX" val="1"/>
  <p:tag name="KSO_WM_UNIT_LINE_FORE_SCHEMECOLOR_INDEX" val="5"/>
  <p:tag name="KSO_WM_UNIT_LINE_FILL_TYPE" val="2"/>
  <p:tag name="KSO_WM_UNIT_USESOURCEFORMAT_APPLY" val="1"/>
</p:tagLst>
</file>

<file path=ppt/tags/tag216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363.58929133858265,&quot;left&quot;:34.090078740157466,&quot;top&quot;:109.96740157480315,&quot;width&quot;:414.25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3_4*l_h_f*1_1_1"/>
  <p:tag name="KSO_WM_TEMPLATE_CATEGORY" val="diagram"/>
  <p:tag name="KSO_WM_TEMPLATE_INDEX" val="20237943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363.58929133858265,&quot;left&quot;:34.090078740157466,&quot;top&quot;:109.96740157480315,&quot;width&quot;:414.25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43_4*l_h_f*1_4_1"/>
  <p:tag name="KSO_WM_TEMPLATE_CATEGORY" val="diagram"/>
  <p:tag name="KSO_WM_TEMPLATE_INDEX" val="20237943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363.58929133858265,&quot;left&quot;:34.090078740157466,&quot;top&quot;:109.96740157480315,&quot;width&quot;:414.25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7943_4*l_h_a*1_4_1"/>
  <p:tag name="KSO_WM_TEMPLATE_CATEGORY" val="diagram"/>
  <p:tag name="KSO_WM_TEMPLATE_INDEX" val="2023794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363.58929133858265,&quot;left&quot;:34.090078740157466,&quot;top&quot;:109.96740157480315,&quot;width&quot;:414.25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3_4*l_h_f*1_2_1"/>
  <p:tag name="KSO_WM_TEMPLATE_CATEGORY" val="diagram"/>
  <p:tag name="KSO_WM_TEMPLATE_INDEX" val="20237943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363.58929133858265,&quot;left&quot;:34.090078740157466,&quot;top&quot;:109.96740157480315,&quot;width&quot;:414.25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3_4*l_h_f*1_3_1"/>
  <p:tag name="KSO_WM_TEMPLATE_CATEGORY" val="diagram"/>
  <p:tag name="KSO_WM_TEMPLATE_INDEX" val="20237943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38325"/>
  <p:tag name="KSO_WM_SLIDE_ID" val="custom20238325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4"/>
  <p:tag name="KSO_WM_SLIDE_INDEX" val="1"/>
  <p:tag name="KSO_WM_SLIDE_SIZE" val="407.062*332.299"/>
  <p:tag name="KSO_WM_SLIDE_POSITION" val="41.2294*141.205"/>
  <p:tag name="KSO_WM_DIAGRAM_GROUP_CODE" val="l1-1"/>
  <p:tag name="KSO_WM_SLIDE_DIAGTYPE" val="l"/>
  <p:tag name="KSO_WM_TAG_VERSION" val="3.0"/>
  <p:tag name="KSO_WM_SLIDE_LAYOUT" val="a_d_l"/>
  <p:tag name="KSO_WM_SLIDE_LAYOUT_CNT" val="1_1_1"/>
  <p:tag name="KSO_WM_SPECIAL_SOURCE" val="bdnull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a*1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DIAGRAM_VERSION" val="3"/>
  <p:tag name="KSO_WM_DIAGRAM_COLOR_TRICK" val="1"/>
  <p:tag name="KSO_WM_DIAGRAM_COLOR_TEXT_CAN_REMOVE" val="n"/>
  <p:tag name="KSO_WM_UNIT_VALUE" val="12"/>
  <p:tag name="KSO_WM_DIAGRAM_GROUP_CODE" val="l1-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1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1"/>
  <p:tag name="KSO_WM_DIAGRAM_GROUP_CODE" val="l1-1"/>
  <p:tag name="KSO_WM_UNIT_FILL_FORE_SCHEMECOLOR_INDEX" val="5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2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2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3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3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4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4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d*2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d"/>
  <p:tag name="KSO_WM_UNIT_INDEX" val="2"/>
  <p:tag name="KSO_WM_DIAGRAM_GROUP_CODE" val="l1-1"/>
  <p:tag name="KSO_WM_UNIT_VALUE" val="1497*1502"/>
  <p:tag name="KSO_WM_UNIT_LINE_FORE_SCHEMECOLOR_INDEX" val="13"/>
  <p:tag name="KSO_WM_UNIT_LINE_FILL_TYPE" val="2"/>
  <p:tag name="KSO_WM_UNIT_USESOURCEFORMAT_APPLY" val="1"/>
</p:tagLst>
</file>

<file path=ppt/tags/tag22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4.0877165354331,&quot;left&quot;:48.02716535433069,&quot;top&quot;:124.6515748031496,&quot;width&quot;:420.758346456692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1_3*l_h_f*1_3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4.0877165354331,&quot;left&quot;:48.02716535433069,&quot;top&quot;:124.6515748031496,&quot;width&quot;:420.758346456692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1_3*l_h_f*1_2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4.0877165354331,&quot;left&quot;:48.02716535433069,&quot;top&quot;:124.6515748031496,&quot;width&quot;:420.758346456692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51_3*l_h_f*1_4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4.0877165354331,&quot;left&quot;:48.02716535433069,&quot;top&quot;:124.6515748031496,&quot;width&quot;:420.758346456692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1_3*l_h_f*1_1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29.83771653543306,&quot;left&quot;:54.4771653543307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51_3*l_h_f*1_4_1"/>
  <p:tag name="KSO_WM_TEMPLATE_CATEGORY" val="diagram"/>
  <p:tag name="KSO_WM_TEMPLATE_INDEX" val="20237951"/>
  <p:tag name="KSO_WM_UNIT_LAYERLEVEL" val="1_1_1"/>
  <p:tag name="KSO_WM_TAG_VERSION" val="3.0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SLIDE_ID" val="custom20238332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332"/>
  <p:tag name="KSO_WM_SLIDE_TYPE" val="text"/>
  <p:tag name="KSO_WM_SLIDE_SUBTYPE" val="picTxt"/>
  <p:tag name="KSO_WM_SLIDE_SIZE" val="413.858*309.998"/>
  <p:tag name="KSO_WM_SLIDE_POSITION" val="54.7001*150.254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a*1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DIAGRAM_VERSION" val="3"/>
  <p:tag name="KSO_WM_DIAGRAM_COLOR_TRICK" val="1"/>
  <p:tag name="KSO_WM_DIAGRAM_COLOR_TEXT_CAN_REMOVE" val="n"/>
  <p:tag name="KSO_WM_UNIT_VALUE" val="12"/>
  <p:tag name="KSO_WM_DIAGRAM_GROUP_CODE" val="l1-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1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1"/>
  <p:tag name="KSO_WM_DIAGRAM_GROUP_CODE" val="l1-1"/>
  <p:tag name="KSO_WM_UNIT_FILL_FORE_SCHEMECOLOR_INDEX" val="5"/>
  <p:tag name="KSO_WM_UNIT_FILL_TYPE" val="1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2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2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3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3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i*4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i"/>
  <p:tag name="KSO_WM_UNIT_INDEX" val="4"/>
  <p:tag name="KSO_WM_DIAGRAM_GROUP_CODE" val="l1-1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332_1*d*2"/>
  <p:tag name="KSO_WM_TEMPLATE_CATEGORY" val="custom"/>
  <p:tag name="KSO_WM_TEMPLATE_INDEX" val="20238332"/>
  <p:tag name="KSO_WM_UNIT_LAYERLEVEL" val="1"/>
  <p:tag name="KSO_WM_TAG_VERSION" val="3.0"/>
  <p:tag name="KSO_WM_BEAUTIFY_FLAG" val="#wm#"/>
  <p:tag name="KSO_WM_UNIT_TYPE" val="d"/>
  <p:tag name="KSO_WM_UNIT_INDEX" val="2"/>
  <p:tag name="KSO_WM_DIAGRAM_GROUP_CODE" val="l1-1"/>
  <p:tag name="KSO_WM_UNIT_VALUE" val="1497*1502"/>
  <p:tag name="KSO_WM_UNIT_LINE_FORE_SCHEMECOLOR_INDEX" val="13"/>
  <p:tag name="KSO_WM_UNIT_LINE_FILL_TYPE" val="2"/>
  <p:tag name="KSO_WM_UNIT_USESOURCEFORMAT_APPLY" val="1"/>
</p:tagLst>
</file>

<file path=ppt/tags/tag24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2.73771653543304,&quot;left&quot;:54.477165354330694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1_3*l_h_f*1_3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2.73771653543304,&quot;left&quot;:54.477165354330694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1_3*l_h_f*1_2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2.73771653543304,&quot;left&quot;:54.477165354330694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51_3*l_h_f*1_4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4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62.73771653543304,&quot;left&quot;:54.477165354330694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1_3*l_h_f*1_1_1"/>
  <p:tag name="KSO_WM_TEMPLATE_CATEGORY" val="diagram"/>
  <p:tag name="KSO_WM_TEMPLATE_INDEX" val="20237951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4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29.8377165354331,&quot;left&quot;:54.4771653543307,&quot;top&quot;:140.35157480314962,&quot;width&quot;:414.308346456692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51_3*l_h_f*1_4_1"/>
  <p:tag name="KSO_WM_TEMPLATE_CATEGORY" val="diagram"/>
  <p:tag name="KSO_WM_TEMPLATE_INDEX" val="20237951"/>
  <p:tag name="KSO_WM_UNIT_LAYERLEVEL" val="1_1_1"/>
  <p:tag name="KSO_WM_TAG_VERSION" val="3.0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45.xml><?xml version="1.0" encoding="utf-8"?>
<p:tagLst xmlns:p="http://schemas.openxmlformats.org/presentationml/2006/main">
  <p:tag name="KSO_WM_SLIDE_ID" val="custom20238332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332"/>
  <p:tag name="KSO_WM_SLIDE_TYPE" val="text"/>
  <p:tag name="KSO_WM_SLIDE_SUBTYPE" val="picTxt"/>
  <p:tag name="KSO_WM_SLIDE_SIZE" val="413.858*309.998"/>
  <p:tag name="KSO_WM_SLIDE_POSITION" val="54.7001*150.254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46.xml><?xml version="1.0" encoding="utf-8"?>
<p:tagLst xmlns:p="http://schemas.openxmlformats.org/presentationml/2006/main">
  <p:tag name="KSO_WM_UNIT_VALUE" val="1900*20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409_1*d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409_1*i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409_1*a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PRESET_TEXT" val="The title goes here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409_1*i*2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8409_1*i*3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UNIT_TEXT_FILL_FORE_SCHEMECOLOR_INDEX_BRIGHTNESS" val="0.25"/>
  <p:tag name="KSO_WM_DIAGRAM_MAX_ITEMCNT" val="1"/>
  <p:tag name="KSO_WM_DIAGRAM_MIN_ITEMCNT" val="1"/>
  <p:tag name="KSO_WM_DIAGRAM_VIRTUALLY_FRAME" val="{&quot;height&quot;:207.13685607910156,&quot;left&quot;:579.2000027393732,&quot;top&quot;:225.29995778722088,&quot;width&quot;:302.6897583007813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74_1*l_h_f*1_1_1"/>
  <p:tag name="KSO_WM_TEMPLATE_CATEGORY" val="diagram"/>
  <p:tag name="KSO_WM_TEMPLATE_INDEX" val="20237974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252.xml><?xml version="1.0" encoding="utf-8"?>
<p:tagLst xmlns:p="http://schemas.openxmlformats.org/presentationml/2006/main">
  <p:tag name="KSO_WM_SLIDE_ID" val="custom20238409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8409"/>
  <p:tag name="KSO_WM_SLIDE_TYPE" val="text"/>
  <p:tag name="KSO_WM_SLIDE_SUBTYPE" val="picTxt"/>
  <p:tag name="KSO_WM_SLIDE_SIZE" val="302.69*207.137"/>
  <p:tag name="KSO_WM_SLIDE_POSITION" val="579.205*225.282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43"/>
  <p:tag name="KSO_WM_UNIT_ID" val="custom20238243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254.xml><?xml version="1.0" encoding="utf-8"?>
<p:tagLst xmlns:p="http://schemas.openxmlformats.org/presentationml/2006/main">
  <p:tag name="KSO_WM_BEAUTIFY_FLAG" val="#wm#"/>
  <p:tag name="KSO_WM_UNIT_VALUE" val="1196*9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43_1*d*1"/>
  <p:tag name="KSO_WM_TEMPLATE_CATEGORY" val="custom"/>
  <p:tag name="KSO_WM_TEMPLATE_INDEX" val="20238243"/>
  <p:tag name="KSO_WM_UNIT_LAYERLEVEL" val="1"/>
  <p:tag name="KSO_WM_TAG_VERSION" val="3.0"/>
  <p:tag name="KSO_WM_UNIT_LINE_FORE_SCHEMECOLOR_INDEX" val="1"/>
  <p:tag name="KSO_WM_UNIT_LINE_FILL_TYPE" val="2"/>
  <p:tag name="KSO_WM_UNIT_USESOURCEFORMAT_APPLY" val="1"/>
</p:tagLst>
</file>

<file path=ppt/tags/tag255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07,&quot;left&quot;:56.67480314960629,&quot;top&quot;:112.1973167263241,&quot;width&quot;:557.25062992125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5_2*l_h_f*1_1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07,&quot;left&quot;:56.67480314960629,&quot;top&quot;:112.1973167263241,&quot;width&quot;:557.25062992125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5_2*l_h_f*1_2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5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73.56985473632807,&quot;left&quot;:56.67480314960629,&quot;top&quot;:112.1973167263241,&quot;width&quot;:557.250629921259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5_2*l_h_f*1_3_1"/>
  <p:tag name="KSO_WM_TEMPLATE_CATEGORY" val="diagram"/>
  <p:tag name="KSO_WM_TEMPLATE_INDEX" val="2023792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2.72503937007874,&quot;top&quot;:116.0250030517578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3*l_h_i*1_1_1"/>
  <p:tag name="KSO_WM_TEMPLATE_CATEGORY" val="diagram"/>
  <p:tag name="KSO_WM_TEMPLATE_INDEX" val="20237920"/>
  <p:tag name="KSO_WM_UNIT_LAYERLEVEL" val="1_1_1"/>
  <p:tag name="KSO_WM_TAG_VERSION" val="3.0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59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2.72503937007874,&quot;top&quot;:116.0250030517578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3*l_h_i*1_1_1"/>
  <p:tag name="KSO_WM_TEMPLATE_CATEGORY" val="diagram"/>
  <p:tag name="KSO_WM_TEMPLATE_INDEX" val="20237920"/>
  <p:tag name="KSO_WM_UNIT_LAYERLEVEL" val="1_1_1"/>
  <p:tag name="KSO_WM_TAG_VERSION" val="3.0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60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1499938964844,&quot;left&quot;:52.72503937007874,&quot;top&quot;:116.0250030517578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3*l_h_i*1_1_1"/>
  <p:tag name="KSO_WM_TEMPLATE_CATEGORY" val="diagram"/>
  <p:tag name="KSO_WM_TEMPLATE_INDEX" val="20237920"/>
  <p:tag name="KSO_WM_UNIT_LAYERLEVEL" val="1_1_1"/>
  <p:tag name="KSO_WM_TAG_VERSION" val="3.0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61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SLIDE_INDEX" val="1"/>
  <p:tag name="KSO_WM_TAG_VERSION" val="3.0"/>
  <p:tag name="KSO_WM_BEAUTIFY_FLAG" val="#wm#"/>
  <p:tag name="KSO_WM_TEMPLATE_CATEGORY" val="custom"/>
  <p:tag name="KSO_WM_SLIDE_TYPE" val="text"/>
  <p:tag name="KSO_WM_SLIDE_SUBTYPE" val="picTxt"/>
  <p:tag name="KSO_WM_SLIDE_SIZE" val="557.25*349.93"/>
  <p:tag name="KSO_WM_SLIDE_POSITION" val="56.6748*131.857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3"/>
  <p:tag name="KSO_WM_SLIDE_ID" val="custom20238243_1"/>
  <p:tag name="KSO_WM_SLIDE_ITEM_CNT" val="3"/>
</p:tagLst>
</file>

<file path=ppt/tags/tag2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4"/>
  <p:tag name="KSO_WM_UNIT_ID" val="custom20238264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VALUE" val="1677*16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64_1*d*1"/>
  <p:tag name="KSO_WM_TEMPLATE_CATEGORY" val="custom"/>
  <p:tag name="KSO_WM_TEMPLATE_INDEX" val="20238264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SHADOW_SCHEMECOLOR_INDEX" val="5"/>
  <p:tag name="KSO_WM_UNIT_USESOURCEFORMAT_APPLY" val="1"/>
</p:tagLst>
</file>

<file path=ppt/tags/tag264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0_3*l_h_f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65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3*l_h_i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66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0_3*l_h_i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67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0_3*l_h_f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68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3*l_h_i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69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0_3*l_h_f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7920_3*l_h_i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71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81.79995757816346,&quot;left&quot;:52.72503937007874,&quot;top&quot;:111.37503937007872,&quot;width&quot;:395.87496062992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0_3*l_h_f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62.75*317.05"/>
  <p:tag name="KSO_WM_SLIDE_POSITION" val="52.7*161.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4"/>
  <p:tag name="KSO_WM_TEMPLATE_SUBCATEGORY" val="0"/>
  <p:tag name="KSO_WM_SLIDE_INDEX" val="1"/>
  <p:tag name="KSO_WM_TAG_VERSION" val="3.0"/>
  <p:tag name="KSO_WM_SLIDE_ID" val="custom20238264_1"/>
  <p:tag name="KSO_WM_SLIDE_ITEM_CNT" val="3"/>
</p:tagLst>
</file>

<file path=ppt/tags/tag2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4"/>
  <p:tag name="KSO_WM_UNIT_ID" val="custom20238264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UNIT_VALUE" val="1677*16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64_1*d*1"/>
  <p:tag name="KSO_WM_TEMPLATE_CATEGORY" val="custom"/>
  <p:tag name="KSO_WM_TEMPLATE_INDEX" val="20238264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SHADOW_SCHEMECOLOR_INDEX" val="5"/>
  <p:tag name="KSO_WM_UNIT_USESOURCEFORMAT_APPLY" val="1"/>
</p:tagLst>
</file>

<file path=ppt/tags/tag275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0_3*l_h_f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76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0_3*l_h_i*1_1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77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0_3*l_h_i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78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0_3*l_h_f*1_3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0_3*l_h_i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80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0_3*l_h_f*1_2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UNIT_TEXT_FILL_FORE_SCHEMECOLOR_INDEX_BRIGHTNESS" val="0.15"/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7920_3*l_h_i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282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377.59995757816347,&quot;left&quot;:52.72503937007874,&quot;top&quot;:115.57503937007873,&quot;width&quot;:362.750000000000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0_3*l_h_f*1_4_1"/>
  <p:tag name="KSO_WM_TEMPLATE_CATEGORY" val="diagram"/>
  <p:tag name="KSO_WM_TEMPLATE_INDEX" val="20237920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8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62.75*317.05"/>
  <p:tag name="KSO_WM_SLIDE_POSITION" val="52.7*161.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4"/>
  <p:tag name="KSO_WM_TEMPLATE_SUBCATEGORY" val="0"/>
  <p:tag name="KSO_WM_SLIDE_INDEX" val="1"/>
  <p:tag name="KSO_WM_TAG_VERSION" val="3.0"/>
  <p:tag name="KSO_WM_SLIDE_ID" val="custom20238264_1"/>
  <p:tag name="KSO_WM_SLIDE_ITEM_CNT" val="3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1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e title goes here"/>
</p:tagLst>
</file>

<file path=ppt/tags/tag285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2"/>
  <p:tag name="KSO_WM_UNIT_ID" val="custom20238262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287.xml><?xml version="1.0" encoding="utf-8"?>
<p:tagLst xmlns:p="http://schemas.openxmlformats.org/presentationml/2006/main">
  <p:tag name="KSO_WM_UNIT_VALUE" val="1311*14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62_1*d*1"/>
  <p:tag name="KSO_WM_TEMPLATE_CATEGORY" val="custom"/>
  <p:tag name="KSO_WM_TEMPLATE_INDEX" val="20238262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</p:tagLst>
</file>

<file path=ppt/tags/tag288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6_3*l_h_f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89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6_3*l_h_i*1_1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6_3*l_h_f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9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6_3*l_h_i*1_2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26_3*l_h_f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9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26_3*l_h_i*1_3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6_3*l_h_f*1_4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95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20.28984251968507,&quot;left&quot;:491.1050393700787,&quot;top&quot;:93.65031496062991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7926_3*l_h_i*1_4_1"/>
  <p:tag name="KSO_WM_TEMPLATE_CATEGORY" val="diagram"/>
  <p:tag name="KSO_WM_TEMPLATE_INDEX" val="20237926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99.02661270742345,&quot;left&quot;:491.1050393700787,&quot;top&quot;:102.9476377952756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6_3*l_h_i*1_1_1"/>
  <p:tag name="KSO_WM_TEMPLATE_CATEGORY" val="diagram"/>
  <p:tag name="KSO_WM_TEMPLATE_INDEX" val="20237926"/>
  <p:tag name="KSO_WM_UNIT_LAYERLEVEL" val="1_1_1"/>
  <p:tag name="KSO_WM_TAG_VERSION" val="3.0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99.02661270742345,&quot;left&quot;:491.1050393700787,&quot;top&quot;:102.9476377952756,&quot;width&quot;:413.99511811023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6_3*l_h_i*1_1_1"/>
  <p:tag name="KSO_WM_TEMPLATE_CATEGORY" val="diagram"/>
  <p:tag name="KSO_WM_TEMPLATE_INDEX" val="20237926"/>
  <p:tag name="KSO_WM_UNIT_LAYERLEVEL" val="1_1_1"/>
  <p:tag name="KSO_WM_TAG_VERSION" val="3.0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8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9925196850394,&quot;left&quot;:491.1050393700787,&quot;top&quot;:102.9476377952756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6_3*l_h_f*1_4_1"/>
  <p:tag name="KSO_WM_TEMPLATE_CATEGORY" val="diagram"/>
  <p:tag name="KSO_WM_TEMPLATE_INDEX" val="20237926"/>
  <p:tag name="KSO_WM_UNIT_LAYERLEVEL" val="1_1_1"/>
  <p:tag name="KSO_WM_TAG_VERSION" val="3.0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299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9925196850394,&quot;left&quot;:491.1050393700787,&quot;top&quot;:102.9476377952756,&quot;width&quot;:413.9951181102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7926_3*l_h_f*1_4_1"/>
  <p:tag name="KSO_WM_TEMPLATE_CATEGORY" val="diagram"/>
  <p:tag name="KSO_WM_TEMPLATE_INDEX" val="20237926"/>
  <p:tag name="KSO_WM_UNIT_LAYERLEVEL" val="1_1_1"/>
  <p:tag name="KSO_WM_TAG_VERSION" val="3.0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300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271*363.279"/>
  <p:tag name="KSO_WM_SLIDE_POSITION" val="491.465*138.66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2"/>
  <p:tag name="KSO_WM_TEMPLATE_SUBCATEGORY" val="0"/>
  <p:tag name="KSO_WM_SLIDE_INDEX" val="1"/>
  <p:tag name="KSO_WM_TAG_VERSION" val="3.0"/>
  <p:tag name="KSO_WM_SLIDE_ID" val="custom20238262_1"/>
  <p:tag name="KSO_WM_SLIDE_ITEM_CNT" val="3"/>
</p:tagLst>
</file>

<file path=ppt/tags/tag301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9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ANK YOU"/>
</p:tagLst>
</file>

<file path=ppt/tags/tag302.xml><?xml version="1.0" encoding="utf-8"?>
<p:tagLst xmlns:p="http://schemas.openxmlformats.org/presentationml/2006/main">
  <p:tag name="KSO_WM_SPECIAL_SOURCE" val="bdnull"/>
  <p:tag name="KSO_WM_SLIDE_ID" val="custom20233459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48">
      <a:dk1>
        <a:srgbClr val="000000"/>
      </a:dk1>
      <a:lt1>
        <a:srgbClr val="FFFFFF"/>
      </a:lt1>
      <a:dk2>
        <a:srgbClr val="261300"/>
      </a:dk2>
      <a:lt2>
        <a:srgbClr val="F5F7FF"/>
      </a:lt2>
      <a:accent1>
        <a:srgbClr val="C4813C"/>
      </a:accent1>
      <a:accent2>
        <a:srgbClr val="FEE38B"/>
      </a:accent2>
      <a:accent3>
        <a:srgbClr val="FDBA69"/>
      </a:accent3>
      <a:accent4>
        <a:srgbClr val="633413"/>
      </a:accent4>
      <a:accent5>
        <a:srgbClr val="FFFF00"/>
      </a:accent5>
      <a:accent6>
        <a:srgbClr val="FFA649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3735</Words>
  <Application>WPS Presentation</Application>
  <PresentationFormat>Widescreen</PresentationFormat>
  <Paragraphs>209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Inter Bold (Heading)</vt:lpstr>
      <vt:lpstr>Segoe Print</vt:lpstr>
      <vt:lpstr>Calisto MT</vt:lpstr>
      <vt:lpstr>Palatino Linotype</vt:lpstr>
      <vt:lpstr>Inter Bold</vt:lpstr>
      <vt:lpstr>Inter</vt:lpstr>
      <vt:lpstr>Microsoft YaHei</vt:lpstr>
      <vt:lpstr>Arial Unicode MS</vt:lpstr>
      <vt:lpstr>Calibri</vt:lpstr>
      <vt:lpstr>Niagara Solid</vt:lpstr>
      <vt:lpstr>Default Design</vt:lpstr>
      <vt:lpstr>Office Theme</vt:lpstr>
      <vt:lpstr>Banking Management System</vt:lpstr>
      <vt:lpstr>Developers</vt:lpstr>
      <vt:lpstr>Introduction</vt:lpstr>
      <vt:lpstr>Introduction</vt:lpstr>
      <vt:lpstr>C++ and OOP concepts used in this code</vt:lpstr>
      <vt:lpstr>C++ and OOP concepts used in this code</vt:lpstr>
      <vt:lpstr>Key Features of BMS</vt:lpstr>
      <vt:lpstr>Key Features of BMS</vt:lpstr>
      <vt:lpstr>New Account Creation</vt:lpstr>
      <vt:lpstr>Money &amp; Withdraw Money</vt:lpstr>
      <vt:lpstr>Balance Enquiry</vt:lpstr>
      <vt:lpstr>Interest &amp; Overdraft Facility</vt:lpstr>
      <vt:lpstr>PowerPoint 演示文稿</vt:lpstr>
      <vt:lpstr>Account(Parent)</vt:lpstr>
      <vt:lpstr>SavingsAccount (Child)</vt:lpstr>
      <vt:lpstr>CurrentAccount (Child)</vt:lpstr>
      <vt:lpstr>Program Flow (Main Function)</vt:lpstr>
      <vt:lpstr>Program Flow (Main Function)</vt:lpstr>
      <vt:lpstr>The End&lt;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WPS_1704348726</cp:lastModifiedBy>
  <cp:revision>5</cp:revision>
  <dcterms:created xsi:type="dcterms:W3CDTF">2025-07-23T00:59:00Z</dcterms:created>
  <dcterms:modified xsi:type="dcterms:W3CDTF">2025-12-21T07:49:01Z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E64398926E8548F9B049B6A494981C8A_11</vt:lpwstr>
  </property>
  <property fmtid="{D5CDD505-2E9C-101B-9397-08002B2CF9AE}" pid="3" name="KSOProductBuildVer">
    <vt:lpwstr>1033-12.2.0.23155</vt:lpwstr>
  </property>
</Properties>
</file>